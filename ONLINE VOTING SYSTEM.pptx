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6" r:id="rId1"/>
  </p:sldMasterIdLst>
  <p:sldIdLst>
    <p:sldId id="256" r:id="rId2"/>
    <p:sldId id="258" r:id="rId3"/>
    <p:sldId id="259" r:id="rId4"/>
    <p:sldId id="260" r:id="rId5"/>
    <p:sldId id="269" r:id="rId6"/>
    <p:sldId id="268" r:id="rId7"/>
    <p:sldId id="270" r:id="rId8"/>
    <p:sldId id="263" r:id="rId9"/>
    <p:sldId id="265" r:id="rId10"/>
    <p:sldId id="266" r:id="rId11"/>
    <p:sldId id="267" r:id="rId12"/>
    <p:sldId id="261" r:id="rId13"/>
    <p:sldId id="262"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979" autoAdjust="0"/>
    <p:restoredTop sz="94660"/>
  </p:normalViewPr>
  <p:slideViewPr>
    <p:cSldViewPr snapToGrid="0">
      <p:cViewPr varScale="1">
        <p:scale>
          <a:sx n="98" d="100"/>
          <a:sy n="98" d="100"/>
        </p:scale>
        <p:origin x="341"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3A99F7BE-10FB-4AB9-908E-443D0B57F31C}" type="datetimeFigureOut">
              <a:rPr lang="en-IN" smtClean="0"/>
              <a:t>27-11-2022</a:t>
            </a:fld>
            <a:endParaRPr lang="en-IN"/>
          </a:p>
        </p:txBody>
      </p:sp>
      <p:sp>
        <p:nvSpPr>
          <p:cNvPr id="5" name="Footer Placeholder 4"/>
          <p:cNvSpPr>
            <a:spLocks noGrp="1"/>
          </p:cNvSpPr>
          <p:nvPr>
            <p:ph type="ftr" sz="quarter" idx="11"/>
          </p:nvPr>
        </p:nvSpPr>
        <p:spPr>
          <a:xfrm>
            <a:off x="1371600" y="4323845"/>
            <a:ext cx="6400800" cy="365125"/>
          </a:xfrm>
        </p:spPr>
        <p:txBody>
          <a:bodyPr/>
          <a:lstStyle/>
          <a:p>
            <a:endParaRPr lang="en-IN"/>
          </a:p>
        </p:txBody>
      </p:sp>
      <p:sp>
        <p:nvSpPr>
          <p:cNvPr id="6" name="Slide Number Placeholder 5"/>
          <p:cNvSpPr>
            <a:spLocks noGrp="1"/>
          </p:cNvSpPr>
          <p:nvPr>
            <p:ph type="sldNum" sz="quarter" idx="12"/>
          </p:nvPr>
        </p:nvSpPr>
        <p:spPr>
          <a:xfrm>
            <a:off x="8077200" y="1430866"/>
            <a:ext cx="2743200" cy="365125"/>
          </a:xfrm>
        </p:spPr>
        <p:txBody>
          <a:bodyPr/>
          <a:lstStyle/>
          <a:p>
            <a:fld id="{E8B042EA-D5B6-4D77-B156-D4FE654C2792}" type="slidenum">
              <a:rPr lang="en-IN" smtClean="0"/>
              <a:t>‹#›</a:t>
            </a:fld>
            <a:endParaRPr lang="en-IN"/>
          </a:p>
        </p:txBody>
      </p:sp>
    </p:spTree>
    <p:extLst>
      <p:ext uri="{BB962C8B-B14F-4D97-AF65-F5344CB8AC3E}">
        <p14:creationId xmlns:p14="http://schemas.microsoft.com/office/powerpoint/2010/main" val="24469723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A99F7BE-10FB-4AB9-908E-443D0B57F31C}" type="datetimeFigureOut">
              <a:rPr lang="en-IN" smtClean="0"/>
              <a:t>27-11-2022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8B042EA-D5B6-4D77-B156-D4FE654C2792}" type="slidenum">
              <a:rPr lang="en-IN" smtClean="0"/>
              <a:t>‹#›</a:t>
            </a:fld>
            <a:endParaRPr lang="en-IN"/>
          </a:p>
        </p:txBody>
      </p:sp>
    </p:spTree>
    <p:extLst>
      <p:ext uri="{BB962C8B-B14F-4D97-AF65-F5344CB8AC3E}">
        <p14:creationId xmlns:p14="http://schemas.microsoft.com/office/powerpoint/2010/main" val="25526818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3A99F7BE-10FB-4AB9-908E-443D0B57F31C}" type="datetimeFigureOut">
              <a:rPr lang="en-IN" smtClean="0"/>
              <a:t>27-11-2022</a:t>
            </a:fld>
            <a:endParaRPr lang="en-IN"/>
          </a:p>
        </p:txBody>
      </p:sp>
      <p:sp>
        <p:nvSpPr>
          <p:cNvPr id="5" name="Footer Placeholder 4"/>
          <p:cNvSpPr>
            <a:spLocks noGrp="1"/>
          </p:cNvSpPr>
          <p:nvPr>
            <p:ph type="ftr" sz="quarter" idx="11"/>
          </p:nvPr>
        </p:nvSpPr>
        <p:spPr>
          <a:xfrm>
            <a:off x="685800" y="381001"/>
            <a:ext cx="6991492" cy="36406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E8B042EA-D5B6-4D77-B156-D4FE654C2792}" type="slidenum">
              <a:rPr lang="en-IN" smtClean="0"/>
              <a:t>‹#›</a:t>
            </a:fld>
            <a:endParaRPr lang="en-IN"/>
          </a:p>
        </p:txBody>
      </p:sp>
    </p:spTree>
    <p:extLst>
      <p:ext uri="{BB962C8B-B14F-4D97-AF65-F5344CB8AC3E}">
        <p14:creationId xmlns:p14="http://schemas.microsoft.com/office/powerpoint/2010/main" val="2874035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A99F7BE-10FB-4AB9-908E-443D0B57F31C}" type="datetimeFigureOut">
              <a:rPr lang="en-IN" smtClean="0"/>
              <a:t>27-11-2022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8B042EA-D5B6-4D77-B156-D4FE654C2792}" type="slidenum">
              <a:rPr lang="en-IN" smtClean="0"/>
              <a:t>‹#›</a:t>
            </a:fld>
            <a:endParaRPr lang="en-IN"/>
          </a:p>
        </p:txBody>
      </p:sp>
    </p:spTree>
    <p:extLst>
      <p:ext uri="{BB962C8B-B14F-4D97-AF65-F5344CB8AC3E}">
        <p14:creationId xmlns:p14="http://schemas.microsoft.com/office/powerpoint/2010/main" val="3556002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A99F7BE-10FB-4AB9-908E-443D0B57F31C}" type="datetimeFigureOut">
              <a:rPr lang="en-IN" smtClean="0"/>
              <a:t>27-11-2022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8B042EA-D5B6-4D77-B156-D4FE654C2792}" type="slidenum">
              <a:rPr lang="en-IN" smtClean="0"/>
              <a:t>‹#›</a:t>
            </a:fld>
            <a:endParaRPr lang="en-IN"/>
          </a:p>
        </p:txBody>
      </p:sp>
    </p:spTree>
    <p:extLst>
      <p:ext uri="{BB962C8B-B14F-4D97-AF65-F5344CB8AC3E}">
        <p14:creationId xmlns:p14="http://schemas.microsoft.com/office/powerpoint/2010/main" val="1885809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A99F7BE-10FB-4AB9-908E-443D0B57F31C}" type="datetimeFigureOut">
              <a:rPr lang="en-IN" smtClean="0"/>
              <a:t>27-11-2022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8B042EA-D5B6-4D77-B156-D4FE654C2792}" type="slidenum">
              <a:rPr lang="en-IN" smtClean="0"/>
              <a:t>‹#›</a:t>
            </a:fld>
            <a:endParaRPr lang="en-IN"/>
          </a:p>
        </p:txBody>
      </p:sp>
    </p:spTree>
    <p:extLst>
      <p:ext uri="{BB962C8B-B14F-4D97-AF65-F5344CB8AC3E}">
        <p14:creationId xmlns:p14="http://schemas.microsoft.com/office/powerpoint/2010/main" val="2984361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99F7BE-10FB-4AB9-908E-443D0B57F31C}" type="datetimeFigureOut">
              <a:rPr lang="en-IN" smtClean="0"/>
              <a:t>27-11-2022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8B042EA-D5B6-4D77-B156-D4FE654C2792}" type="slidenum">
              <a:rPr lang="en-IN" smtClean="0"/>
              <a:t>‹#›</a:t>
            </a:fld>
            <a:endParaRPr lang="en-IN"/>
          </a:p>
        </p:txBody>
      </p:sp>
    </p:spTree>
    <p:extLst>
      <p:ext uri="{BB962C8B-B14F-4D97-AF65-F5344CB8AC3E}">
        <p14:creationId xmlns:p14="http://schemas.microsoft.com/office/powerpoint/2010/main" val="2007359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A99F7BE-10FB-4AB9-908E-443D0B57F31C}" type="datetimeFigureOut">
              <a:rPr lang="en-IN" smtClean="0"/>
              <a:t>27-11-2022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8B042EA-D5B6-4D77-B156-D4FE654C2792}" type="slidenum">
              <a:rPr lang="en-IN" smtClean="0"/>
              <a:t>‹#›</a:t>
            </a:fld>
            <a:endParaRPr lang="en-IN"/>
          </a:p>
        </p:txBody>
      </p:sp>
    </p:spTree>
    <p:extLst>
      <p:ext uri="{BB962C8B-B14F-4D97-AF65-F5344CB8AC3E}">
        <p14:creationId xmlns:p14="http://schemas.microsoft.com/office/powerpoint/2010/main" val="7756935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A99F7BE-10FB-4AB9-908E-443D0B57F31C}" type="datetimeFigureOut">
              <a:rPr lang="en-IN" smtClean="0"/>
              <a:t>27-11-2022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8B042EA-D5B6-4D77-B156-D4FE654C2792}" type="slidenum">
              <a:rPr lang="en-IN" smtClean="0"/>
              <a:t>‹#›</a:t>
            </a:fld>
            <a:endParaRPr lang="en-IN"/>
          </a:p>
        </p:txBody>
      </p:sp>
    </p:spTree>
    <p:extLst>
      <p:ext uri="{BB962C8B-B14F-4D97-AF65-F5344CB8AC3E}">
        <p14:creationId xmlns:p14="http://schemas.microsoft.com/office/powerpoint/2010/main" val="11468818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A99F7BE-10FB-4AB9-908E-443D0B57F31C}" type="datetimeFigureOut">
              <a:rPr lang="en-IN" smtClean="0"/>
              <a:t>27-11-2022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8B042EA-D5B6-4D77-B156-D4FE654C2792}" type="slidenum">
              <a:rPr lang="en-IN" smtClean="0"/>
              <a:t>‹#›</a:t>
            </a:fld>
            <a:endParaRPr lang="en-IN"/>
          </a:p>
        </p:txBody>
      </p:sp>
    </p:spTree>
    <p:extLst>
      <p:ext uri="{BB962C8B-B14F-4D97-AF65-F5344CB8AC3E}">
        <p14:creationId xmlns:p14="http://schemas.microsoft.com/office/powerpoint/2010/main" val="14123825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3A99F7BE-10FB-4AB9-908E-443D0B57F31C}" type="datetimeFigureOut">
              <a:rPr lang="en-IN" smtClean="0"/>
              <a:t>27-11-2022</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E8B042EA-D5B6-4D77-B156-D4FE654C2792}" type="slidenum">
              <a:rPr lang="en-IN" smtClean="0"/>
              <a:t>‹#›</a:t>
            </a:fld>
            <a:endParaRPr lang="en-IN"/>
          </a:p>
        </p:txBody>
      </p:sp>
    </p:spTree>
    <p:extLst>
      <p:ext uri="{BB962C8B-B14F-4D97-AF65-F5344CB8AC3E}">
        <p14:creationId xmlns:p14="http://schemas.microsoft.com/office/powerpoint/2010/main" val="26579305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3A99F7BE-10FB-4AB9-908E-443D0B57F31C}" type="datetimeFigureOut">
              <a:rPr lang="en-IN" smtClean="0"/>
              <a:t>27-11-2022</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E8B042EA-D5B6-4D77-B156-D4FE654C2792}" type="slidenum">
              <a:rPr lang="en-IN" smtClean="0"/>
              <a:t>‹#›</a:t>
            </a:fld>
            <a:endParaRPr lang="en-IN"/>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578652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3A99F7BE-10FB-4AB9-908E-443D0B57F31C}" type="datetimeFigureOut">
              <a:rPr lang="en-IN" smtClean="0"/>
              <a:t>27-11-2022</a:t>
            </a:fld>
            <a:endParaRPr lang="en-IN"/>
          </a:p>
        </p:txBody>
      </p:sp>
      <p:sp>
        <p:nvSpPr>
          <p:cNvPr id="6" name="Footer Placeholder 5"/>
          <p:cNvSpPr>
            <a:spLocks noGrp="1"/>
          </p:cNvSpPr>
          <p:nvPr>
            <p:ph type="ftr" sz="quarter" idx="11"/>
          </p:nvPr>
        </p:nvSpPr>
        <p:spPr>
          <a:xfrm>
            <a:off x="685800" y="378883"/>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E8B042EA-D5B6-4D77-B156-D4FE654C2792}" type="slidenum">
              <a:rPr lang="en-IN" smtClean="0"/>
              <a:t>‹#›</a:t>
            </a:fld>
            <a:endParaRPr lang="en-IN"/>
          </a:p>
        </p:txBody>
      </p:sp>
    </p:spTree>
    <p:extLst>
      <p:ext uri="{BB962C8B-B14F-4D97-AF65-F5344CB8AC3E}">
        <p14:creationId xmlns:p14="http://schemas.microsoft.com/office/powerpoint/2010/main" val="15434325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A99F7BE-10FB-4AB9-908E-443D0B57F31C}" type="datetimeFigureOut">
              <a:rPr lang="en-IN" smtClean="0"/>
              <a:t>27-11-2022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8B042EA-D5B6-4D77-B156-D4FE654C2792}" type="slidenum">
              <a:rPr lang="en-IN" smtClean="0"/>
              <a:t>‹#›</a:t>
            </a:fld>
            <a:endParaRPr lang="en-IN"/>
          </a:p>
        </p:txBody>
      </p:sp>
    </p:spTree>
    <p:extLst>
      <p:ext uri="{BB962C8B-B14F-4D97-AF65-F5344CB8AC3E}">
        <p14:creationId xmlns:p14="http://schemas.microsoft.com/office/powerpoint/2010/main" val="3866514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A99F7BE-10FB-4AB9-908E-443D0B57F31C}" type="datetimeFigureOut">
              <a:rPr lang="en-IN" smtClean="0"/>
              <a:t>27-11-2022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8B042EA-D5B6-4D77-B156-D4FE654C2792}" type="slidenum">
              <a:rPr lang="en-IN" smtClean="0"/>
              <a:t>‹#›</a:t>
            </a:fld>
            <a:endParaRPr lang="en-IN"/>
          </a:p>
        </p:txBody>
      </p:sp>
    </p:spTree>
    <p:extLst>
      <p:ext uri="{BB962C8B-B14F-4D97-AF65-F5344CB8AC3E}">
        <p14:creationId xmlns:p14="http://schemas.microsoft.com/office/powerpoint/2010/main" val="25046003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A99F7BE-10FB-4AB9-908E-443D0B57F31C}" type="datetimeFigureOut">
              <a:rPr lang="en-IN" smtClean="0"/>
              <a:t>27-11-2022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8B042EA-D5B6-4D77-B156-D4FE654C2792}" type="slidenum">
              <a:rPr lang="en-IN" smtClean="0"/>
              <a:t>‹#›</a:t>
            </a:fld>
            <a:endParaRPr lang="en-IN"/>
          </a:p>
        </p:txBody>
      </p:sp>
    </p:spTree>
    <p:extLst>
      <p:ext uri="{BB962C8B-B14F-4D97-AF65-F5344CB8AC3E}">
        <p14:creationId xmlns:p14="http://schemas.microsoft.com/office/powerpoint/2010/main" val="30391409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3A99F7BE-10FB-4AB9-908E-443D0B57F31C}" type="datetimeFigureOut">
              <a:rPr lang="en-IN" smtClean="0"/>
              <a:t>27-11-2022</a:t>
            </a:fld>
            <a:endParaRPr lang="en-IN"/>
          </a:p>
        </p:txBody>
      </p:sp>
      <p:sp>
        <p:nvSpPr>
          <p:cNvPr id="5" name="Footer Placeholder 4"/>
          <p:cNvSpPr>
            <a:spLocks noGrp="1"/>
          </p:cNvSpPr>
          <p:nvPr>
            <p:ph type="ftr" sz="quarter" idx="11"/>
          </p:nvPr>
        </p:nvSpPr>
        <p:spPr>
          <a:xfrm>
            <a:off x="685800" y="381000"/>
            <a:ext cx="6991492" cy="36512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E8B042EA-D5B6-4D77-B156-D4FE654C2792}" type="slidenum">
              <a:rPr lang="en-IN" smtClean="0"/>
              <a:t>‹#›</a:t>
            </a:fld>
            <a:endParaRPr lang="en-IN"/>
          </a:p>
        </p:txBody>
      </p:sp>
    </p:spTree>
    <p:extLst>
      <p:ext uri="{BB962C8B-B14F-4D97-AF65-F5344CB8AC3E}">
        <p14:creationId xmlns:p14="http://schemas.microsoft.com/office/powerpoint/2010/main" val="2960655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3-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A99F7BE-10FB-4AB9-908E-443D0B57F31C}" type="datetimeFigureOut">
              <a:rPr lang="en-IN" smtClean="0"/>
              <a:t>27-11-2022</a:t>
            </a:fld>
            <a:endParaRPr lang="en-IN"/>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8B042EA-D5B6-4D77-B156-D4FE654C2792}" type="slidenum">
              <a:rPr lang="en-IN" smtClean="0"/>
              <a:t>‹#›</a:t>
            </a:fld>
            <a:endParaRPr lang="en-IN"/>
          </a:p>
        </p:txBody>
      </p:sp>
    </p:spTree>
    <p:extLst>
      <p:ext uri="{BB962C8B-B14F-4D97-AF65-F5344CB8AC3E}">
        <p14:creationId xmlns:p14="http://schemas.microsoft.com/office/powerpoint/2010/main" val="38425943"/>
      </p:ext>
    </p:extLst>
  </p:cSld>
  <p:clrMap bg1="lt1" tx1="dk1" bg2="lt2" tx2="dk2" accent1="accent1" accent2="accent2" accent3="accent3" accent4="accent4" accent5="accent5" accent6="accent6" hlink="hlink" folHlink="folHlink"/>
  <p:sldLayoutIdLst>
    <p:sldLayoutId id="2147483847" r:id="rId1"/>
    <p:sldLayoutId id="2147483848" r:id="rId2"/>
    <p:sldLayoutId id="2147483849" r:id="rId3"/>
    <p:sldLayoutId id="2147483850" r:id="rId4"/>
    <p:sldLayoutId id="2147483851" r:id="rId5"/>
    <p:sldLayoutId id="2147483852" r:id="rId6"/>
    <p:sldLayoutId id="2147483853" r:id="rId7"/>
    <p:sldLayoutId id="2147483854" r:id="rId8"/>
    <p:sldLayoutId id="2147483855" r:id="rId9"/>
    <p:sldLayoutId id="2147483856" r:id="rId10"/>
    <p:sldLayoutId id="2147483857" r:id="rId11"/>
    <p:sldLayoutId id="2147483858" r:id="rId12"/>
    <p:sldLayoutId id="2147483859" r:id="rId13"/>
    <p:sldLayoutId id="2147483860" r:id="rId14"/>
    <p:sldLayoutId id="2147483861" r:id="rId15"/>
    <p:sldLayoutId id="2147483862" r:id="rId16"/>
    <p:sldLayoutId id="2147483863"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F2F27F4-329B-1A11-CE1F-8C1128F57C36}"/>
              </a:ext>
            </a:extLst>
          </p:cNvPr>
          <p:cNvPicPr>
            <a:picLocks noChangeAspect="1"/>
          </p:cNvPicPr>
          <p:nvPr/>
        </p:nvPicPr>
        <p:blipFill>
          <a:blip r:embed="rId2"/>
          <a:stretch>
            <a:fillRect/>
          </a:stretch>
        </p:blipFill>
        <p:spPr>
          <a:xfrm>
            <a:off x="537883" y="115226"/>
            <a:ext cx="1595717" cy="1606505"/>
          </a:xfrm>
          <a:prstGeom prst="rect">
            <a:avLst/>
          </a:prstGeom>
        </p:spPr>
      </p:pic>
      <p:sp>
        <p:nvSpPr>
          <p:cNvPr id="4" name="Rectangle 3">
            <a:extLst>
              <a:ext uri="{FF2B5EF4-FFF2-40B4-BE49-F238E27FC236}">
                <a16:creationId xmlns:a16="http://schemas.microsoft.com/office/drawing/2014/main" id="{E0C5F9A3-C19B-E470-1AEB-984D76B6A244}"/>
              </a:ext>
            </a:extLst>
          </p:cNvPr>
          <p:cNvSpPr/>
          <p:nvPr/>
        </p:nvSpPr>
        <p:spPr>
          <a:xfrm>
            <a:off x="1959063" y="2094368"/>
            <a:ext cx="4667186" cy="2301510"/>
          </a:xfrm>
          <a:prstGeom prst="rect">
            <a:avLst/>
          </a:prstGeom>
          <a:ln>
            <a:solidFill>
              <a:srgbClr val="FF0000"/>
            </a:solidFill>
          </a:ln>
          <a:effectLst>
            <a:glow rad="2286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i="1" dirty="0"/>
              <a:t>ONLINE VOTING SYSTEM</a:t>
            </a:r>
            <a:endParaRPr lang="en-IN" sz="4000" dirty="0"/>
          </a:p>
        </p:txBody>
      </p:sp>
      <p:sp>
        <p:nvSpPr>
          <p:cNvPr id="5" name="TextBox 4">
            <a:extLst>
              <a:ext uri="{FF2B5EF4-FFF2-40B4-BE49-F238E27FC236}">
                <a16:creationId xmlns:a16="http://schemas.microsoft.com/office/drawing/2014/main" id="{7219A921-D1D6-B442-0EF6-C2EB2AE47E21}"/>
              </a:ext>
            </a:extLst>
          </p:cNvPr>
          <p:cNvSpPr txBox="1"/>
          <p:nvPr/>
        </p:nvSpPr>
        <p:spPr>
          <a:xfrm>
            <a:off x="8172974" y="654653"/>
            <a:ext cx="6094602" cy="369332"/>
          </a:xfrm>
          <a:prstGeom prst="rect">
            <a:avLst/>
          </a:prstGeom>
          <a:noFill/>
        </p:spPr>
        <p:txBody>
          <a:bodyPr wrap="square">
            <a:spAutoFit/>
          </a:bodyPr>
          <a:lstStyle/>
          <a:p>
            <a:r>
              <a:rPr lang="en-US" b="1" u="sng" dirty="0"/>
              <a:t>TEAM</a:t>
            </a:r>
            <a:r>
              <a:rPr lang="en-IN" b="1" u="sng" dirty="0"/>
              <a:t> Members</a:t>
            </a:r>
            <a:r>
              <a:rPr lang="en-IN" sz="1600" b="1" dirty="0"/>
              <a:t> :</a:t>
            </a:r>
            <a:endParaRPr lang="en-IN" sz="1600" dirty="0"/>
          </a:p>
        </p:txBody>
      </p:sp>
      <p:sp>
        <p:nvSpPr>
          <p:cNvPr id="7" name="TextBox 6">
            <a:extLst>
              <a:ext uri="{FF2B5EF4-FFF2-40B4-BE49-F238E27FC236}">
                <a16:creationId xmlns:a16="http://schemas.microsoft.com/office/drawing/2014/main" id="{AD188DA8-BFE3-D746-EDF3-CC3220704628}"/>
              </a:ext>
            </a:extLst>
          </p:cNvPr>
          <p:cNvSpPr txBox="1"/>
          <p:nvPr/>
        </p:nvSpPr>
        <p:spPr>
          <a:xfrm>
            <a:off x="8272034" y="1171038"/>
            <a:ext cx="3567022" cy="923330"/>
          </a:xfrm>
          <a:prstGeom prst="rect">
            <a:avLst/>
          </a:prstGeom>
          <a:noFill/>
        </p:spPr>
        <p:txBody>
          <a:bodyPr wrap="square">
            <a:spAutoFit/>
          </a:bodyPr>
          <a:lstStyle/>
          <a:p>
            <a:r>
              <a:rPr lang="en-IN" dirty="0"/>
              <a:t>SUSANTA KUMAR MOHAPATRA</a:t>
            </a:r>
          </a:p>
          <a:p>
            <a:r>
              <a:rPr lang="en-IN" dirty="0"/>
              <a:t>SIBA PRASAD MAHARANA</a:t>
            </a:r>
          </a:p>
          <a:p>
            <a:r>
              <a:rPr lang="en-IN" dirty="0"/>
              <a:t>SIBASNKAR SWAIN</a:t>
            </a:r>
          </a:p>
        </p:txBody>
      </p:sp>
      <p:sp>
        <p:nvSpPr>
          <p:cNvPr id="9" name="TextBox 8">
            <a:extLst>
              <a:ext uri="{FF2B5EF4-FFF2-40B4-BE49-F238E27FC236}">
                <a16:creationId xmlns:a16="http://schemas.microsoft.com/office/drawing/2014/main" id="{826CD0F8-F6C8-0A13-BC19-F4B4A39F4B10}"/>
              </a:ext>
            </a:extLst>
          </p:cNvPr>
          <p:cNvSpPr txBox="1"/>
          <p:nvPr/>
        </p:nvSpPr>
        <p:spPr>
          <a:xfrm>
            <a:off x="8686800" y="5604952"/>
            <a:ext cx="3505201" cy="461665"/>
          </a:xfrm>
          <a:prstGeom prst="rect">
            <a:avLst/>
          </a:prstGeom>
          <a:noFill/>
        </p:spPr>
        <p:txBody>
          <a:bodyPr wrap="square">
            <a:spAutoFit/>
          </a:bodyPr>
          <a:lstStyle/>
          <a:p>
            <a:r>
              <a:rPr lang="en-US" sz="2400" b="1" dirty="0"/>
              <a:t>Mentor</a:t>
            </a:r>
            <a:r>
              <a:rPr lang="en-US" sz="1800" b="1" dirty="0"/>
              <a:t>: </a:t>
            </a:r>
            <a:r>
              <a:rPr lang="en-US" sz="1800" dirty="0"/>
              <a:t>Sibo Prasad Patro</a:t>
            </a:r>
            <a:endParaRPr lang="en-IN" sz="1800" b="1" dirty="0"/>
          </a:p>
        </p:txBody>
      </p:sp>
      <p:sp>
        <p:nvSpPr>
          <p:cNvPr id="11" name="TextBox 10">
            <a:extLst>
              <a:ext uri="{FF2B5EF4-FFF2-40B4-BE49-F238E27FC236}">
                <a16:creationId xmlns:a16="http://schemas.microsoft.com/office/drawing/2014/main" id="{2CF6C976-D54D-042F-38F3-212A521FE983}"/>
              </a:ext>
            </a:extLst>
          </p:cNvPr>
          <p:cNvSpPr txBox="1"/>
          <p:nvPr/>
        </p:nvSpPr>
        <p:spPr>
          <a:xfrm>
            <a:off x="8686800" y="5317630"/>
            <a:ext cx="2316480" cy="369332"/>
          </a:xfrm>
          <a:prstGeom prst="rect">
            <a:avLst/>
          </a:prstGeom>
          <a:noFill/>
        </p:spPr>
        <p:txBody>
          <a:bodyPr wrap="square" rtlCol="0">
            <a:spAutoFit/>
          </a:bodyPr>
          <a:lstStyle/>
          <a:p>
            <a:r>
              <a:rPr lang="en-IN" sz="1800" b="1" dirty="0"/>
              <a:t>GROUP NO - </a:t>
            </a:r>
            <a:r>
              <a:rPr lang="en-IN" sz="1800" dirty="0"/>
              <a:t>D12</a:t>
            </a:r>
            <a:endParaRPr lang="en-IN" dirty="0"/>
          </a:p>
        </p:txBody>
      </p:sp>
    </p:spTree>
    <p:extLst>
      <p:ext uri="{BB962C8B-B14F-4D97-AF65-F5344CB8AC3E}">
        <p14:creationId xmlns:p14="http://schemas.microsoft.com/office/powerpoint/2010/main" val="120231153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4CD94-F094-B223-C005-E2CC911A1D70}"/>
              </a:ext>
            </a:extLst>
          </p:cNvPr>
          <p:cNvSpPr>
            <a:spLocks noGrp="1"/>
          </p:cNvSpPr>
          <p:nvPr>
            <p:ph type="title"/>
          </p:nvPr>
        </p:nvSpPr>
        <p:spPr>
          <a:xfrm>
            <a:off x="0" y="687679"/>
            <a:ext cx="6391656" cy="1049235"/>
          </a:xfrm>
        </p:spPr>
        <p:txBody>
          <a:bodyPr>
            <a:normAutofit fontScale="90000"/>
          </a:bodyPr>
          <a:lstStyle/>
          <a:p>
            <a:pPr algn="l"/>
            <a:br>
              <a:rPr lang="en-IN" b="1" u="sng" dirty="0"/>
            </a:br>
            <a:r>
              <a:rPr lang="en-IN" b="1" u="sng" dirty="0"/>
              <a:t>ABOUT THE PROJECT</a:t>
            </a:r>
          </a:p>
        </p:txBody>
      </p:sp>
      <p:sp>
        <p:nvSpPr>
          <p:cNvPr id="3" name="Content Placeholder 2">
            <a:extLst>
              <a:ext uri="{FF2B5EF4-FFF2-40B4-BE49-F238E27FC236}">
                <a16:creationId xmlns:a16="http://schemas.microsoft.com/office/drawing/2014/main" id="{1FFF827E-B0A7-188A-0A94-F7A2CBBB7451}"/>
              </a:ext>
            </a:extLst>
          </p:cNvPr>
          <p:cNvSpPr>
            <a:spLocks noGrp="1"/>
          </p:cNvSpPr>
          <p:nvPr>
            <p:ph idx="1"/>
          </p:nvPr>
        </p:nvSpPr>
        <p:spPr>
          <a:xfrm>
            <a:off x="569344" y="2011680"/>
            <a:ext cx="10820016" cy="2172131"/>
          </a:xfrm>
        </p:spPr>
        <p:txBody>
          <a:bodyPr>
            <a:normAutofit/>
          </a:bodyPr>
          <a:lstStyle/>
          <a:p>
            <a:pPr algn="just"/>
            <a:r>
              <a:rPr lang="en-US" dirty="0"/>
              <a:t>“ONLINE VOTING SYSTEM” is an online voting technique. In this system people whose age is above 18 years of age and any gender can give his/her vote online without going to any physical polling station.it is an electronic way of choosing leaders via web driven application. The advantage of online voting over the common “queue method” is that the voters have the choice of voting at their own free time and there is reduce congestion.</a:t>
            </a:r>
            <a:endParaRPr lang="en-IN" dirty="0"/>
          </a:p>
        </p:txBody>
      </p:sp>
    </p:spTree>
    <p:extLst>
      <p:ext uri="{BB962C8B-B14F-4D97-AF65-F5344CB8AC3E}">
        <p14:creationId xmlns:p14="http://schemas.microsoft.com/office/powerpoint/2010/main" val="3688593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62670-2539-543B-6D44-5962E01F6C2E}"/>
              </a:ext>
            </a:extLst>
          </p:cNvPr>
          <p:cNvSpPr>
            <a:spLocks noGrp="1"/>
          </p:cNvSpPr>
          <p:nvPr>
            <p:ph type="title"/>
          </p:nvPr>
        </p:nvSpPr>
        <p:spPr>
          <a:xfrm>
            <a:off x="0" y="1391655"/>
            <a:ext cx="3137361" cy="597127"/>
          </a:xfrm>
        </p:spPr>
        <p:txBody>
          <a:bodyPr>
            <a:normAutofit fontScale="90000"/>
          </a:bodyPr>
          <a:lstStyle/>
          <a:p>
            <a:pPr algn="l"/>
            <a:r>
              <a:rPr lang="en-IN" b="1" u="sng" dirty="0"/>
              <a:t>OBJECTIVE</a:t>
            </a:r>
            <a:r>
              <a:rPr lang="en-IN" b="1" dirty="0"/>
              <a:t>:-</a:t>
            </a:r>
          </a:p>
        </p:txBody>
      </p:sp>
      <p:sp>
        <p:nvSpPr>
          <p:cNvPr id="3" name="Content Placeholder 2">
            <a:extLst>
              <a:ext uri="{FF2B5EF4-FFF2-40B4-BE49-F238E27FC236}">
                <a16:creationId xmlns:a16="http://schemas.microsoft.com/office/drawing/2014/main" id="{58C71E0C-E0BF-F380-817B-F557A7FBADBD}"/>
              </a:ext>
            </a:extLst>
          </p:cNvPr>
          <p:cNvSpPr>
            <a:spLocks noGrp="1"/>
          </p:cNvSpPr>
          <p:nvPr>
            <p:ph idx="1"/>
          </p:nvPr>
        </p:nvSpPr>
        <p:spPr>
          <a:xfrm>
            <a:off x="137161" y="2148840"/>
            <a:ext cx="10605634" cy="3317505"/>
          </a:xfrm>
        </p:spPr>
        <p:txBody>
          <a:bodyPr>
            <a:normAutofit/>
          </a:bodyPr>
          <a:lstStyle/>
          <a:p>
            <a:r>
              <a:rPr lang="en-IN" sz="1600" dirty="0"/>
              <a:t>REVIEWING THE EXISTING/CURRENT VOTING SYSTEM.</a:t>
            </a:r>
          </a:p>
          <a:p>
            <a:r>
              <a:rPr lang="en-IN" sz="1600" dirty="0"/>
              <a:t>COMING UP WITH AN AUTOMATED VOTING SYSTEM.</a:t>
            </a:r>
          </a:p>
          <a:p>
            <a:r>
              <a:rPr lang="en-IN" sz="1600" dirty="0"/>
              <a:t>IMPLEMENTING A AN AUTOMATED VOTING SYSTEM.</a:t>
            </a:r>
          </a:p>
          <a:p>
            <a:r>
              <a:rPr lang="en-IN" sz="1600" dirty="0"/>
              <a:t>VALIDATING THE SYSTEM TO ENSURE THAT ONLY ELIGIBLE VOTERS ARE ALLOWED TO VOTE.</a:t>
            </a:r>
          </a:p>
        </p:txBody>
      </p:sp>
    </p:spTree>
    <p:extLst>
      <p:ext uri="{BB962C8B-B14F-4D97-AF65-F5344CB8AC3E}">
        <p14:creationId xmlns:p14="http://schemas.microsoft.com/office/powerpoint/2010/main" val="24176872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AA778-9A6A-642C-C880-7A2AC398B304}"/>
              </a:ext>
            </a:extLst>
          </p:cNvPr>
          <p:cNvSpPr>
            <a:spLocks noGrp="1"/>
          </p:cNvSpPr>
          <p:nvPr>
            <p:ph type="title"/>
          </p:nvPr>
        </p:nvSpPr>
        <p:spPr>
          <a:xfrm>
            <a:off x="60960" y="1008010"/>
            <a:ext cx="4511040" cy="712425"/>
          </a:xfrm>
        </p:spPr>
        <p:txBody>
          <a:bodyPr>
            <a:normAutofit/>
          </a:bodyPr>
          <a:lstStyle/>
          <a:p>
            <a:pPr algn="l"/>
            <a:r>
              <a:rPr lang="en-IN" sz="3600" b="1" u="sng" dirty="0"/>
              <a:t>COMPONENTS</a:t>
            </a:r>
          </a:p>
        </p:txBody>
      </p:sp>
      <p:sp>
        <p:nvSpPr>
          <p:cNvPr id="3" name="Content Placeholder 2">
            <a:extLst>
              <a:ext uri="{FF2B5EF4-FFF2-40B4-BE49-F238E27FC236}">
                <a16:creationId xmlns:a16="http://schemas.microsoft.com/office/drawing/2014/main" id="{DB2957D3-800F-1789-BC4C-386B74022095}"/>
              </a:ext>
            </a:extLst>
          </p:cNvPr>
          <p:cNvSpPr>
            <a:spLocks noGrp="1"/>
          </p:cNvSpPr>
          <p:nvPr>
            <p:ph idx="1"/>
          </p:nvPr>
        </p:nvSpPr>
        <p:spPr>
          <a:xfrm>
            <a:off x="838931" y="2061452"/>
            <a:ext cx="9291215" cy="3450613"/>
          </a:xfrm>
        </p:spPr>
        <p:txBody>
          <a:bodyPr>
            <a:normAutofit/>
          </a:bodyPr>
          <a:lstStyle/>
          <a:p>
            <a:pPr marL="0" indent="0">
              <a:buNone/>
            </a:pPr>
            <a:r>
              <a:rPr lang="en-IN" b="1" u="sng" dirty="0"/>
              <a:t>SOFTWARE REQUIREMENT</a:t>
            </a:r>
            <a:r>
              <a:rPr lang="en-IN" b="1" dirty="0"/>
              <a:t>:-</a:t>
            </a:r>
          </a:p>
          <a:p>
            <a:r>
              <a:rPr lang="en-IN" sz="1600" dirty="0"/>
              <a:t>OS-WINDOWS</a:t>
            </a:r>
          </a:p>
          <a:p>
            <a:r>
              <a:rPr lang="en-IN" sz="1600" dirty="0"/>
              <a:t>XAMPP SERVER</a:t>
            </a:r>
          </a:p>
          <a:p>
            <a:r>
              <a:rPr lang="en-IN" sz="1600" dirty="0"/>
              <a:t>VS CODE</a:t>
            </a:r>
          </a:p>
          <a:p>
            <a:pPr marL="0" indent="0">
              <a:buNone/>
            </a:pPr>
            <a:r>
              <a:rPr lang="en-IN" b="1" u="sng" dirty="0"/>
              <a:t>HARDWARE REQUIREMENT</a:t>
            </a:r>
            <a:r>
              <a:rPr lang="en-IN" b="1" dirty="0"/>
              <a:t>:-</a:t>
            </a:r>
          </a:p>
          <a:p>
            <a:r>
              <a:rPr lang="en-IN" sz="1600" dirty="0"/>
              <a:t>RAM-4GB</a:t>
            </a:r>
          </a:p>
          <a:p>
            <a:r>
              <a:rPr lang="en-IN" sz="1600" dirty="0"/>
              <a:t>HARDDISK-40GB</a:t>
            </a:r>
          </a:p>
          <a:p>
            <a:r>
              <a:rPr lang="en-IN" sz="1600" dirty="0"/>
              <a:t>PROCESSOR-INTEL CORE I3 CPU</a:t>
            </a:r>
          </a:p>
          <a:p>
            <a:endParaRPr lang="en-IN" dirty="0"/>
          </a:p>
          <a:p>
            <a:endParaRPr lang="en-IN" dirty="0"/>
          </a:p>
        </p:txBody>
      </p:sp>
    </p:spTree>
    <p:extLst>
      <p:ext uri="{BB962C8B-B14F-4D97-AF65-F5344CB8AC3E}">
        <p14:creationId xmlns:p14="http://schemas.microsoft.com/office/powerpoint/2010/main" val="31929083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A74CA465-BEF6-7F9C-090A-C614A4228A54}"/>
              </a:ext>
            </a:extLst>
          </p:cNvPr>
          <p:cNvSpPr/>
          <p:nvPr/>
        </p:nvSpPr>
        <p:spPr>
          <a:xfrm>
            <a:off x="4986170" y="431516"/>
            <a:ext cx="1433976" cy="644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START</a:t>
            </a:r>
            <a:endParaRPr lang="en-IN" dirty="0"/>
          </a:p>
        </p:txBody>
      </p:sp>
      <p:sp>
        <p:nvSpPr>
          <p:cNvPr id="5" name="Rectangle 4">
            <a:extLst>
              <a:ext uri="{FF2B5EF4-FFF2-40B4-BE49-F238E27FC236}">
                <a16:creationId xmlns:a16="http://schemas.microsoft.com/office/drawing/2014/main" id="{7D11DC7A-5852-0A3D-9235-7CAE5525E77B}"/>
              </a:ext>
            </a:extLst>
          </p:cNvPr>
          <p:cNvSpPr/>
          <p:nvPr/>
        </p:nvSpPr>
        <p:spPr>
          <a:xfrm>
            <a:off x="7291519" y="4599612"/>
            <a:ext cx="1242881" cy="7773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sp>
        <p:nvSpPr>
          <p:cNvPr id="6" name="Rectangle 5">
            <a:extLst>
              <a:ext uri="{FF2B5EF4-FFF2-40B4-BE49-F238E27FC236}">
                <a16:creationId xmlns:a16="http://schemas.microsoft.com/office/drawing/2014/main" id="{1D68261C-27AB-9538-6066-942F873E2936}"/>
              </a:ext>
            </a:extLst>
          </p:cNvPr>
          <p:cNvSpPr/>
          <p:nvPr/>
        </p:nvSpPr>
        <p:spPr>
          <a:xfrm>
            <a:off x="4900246" y="2546320"/>
            <a:ext cx="1519901" cy="5876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sz="1400" dirty="0"/>
              <a:t>LOGIN PANEL</a:t>
            </a:r>
          </a:p>
        </p:txBody>
      </p:sp>
      <p:sp>
        <p:nvSpPr>
          <p:cNvPr id="22" name="TextBox 21">
            <a:extLst>
              <a:ext uri="{FF2B5EF4-FFF2-40B4-BE49-F238E27FC236}">
                <a16:creationId xmlns:a16="http://schemas.microsoft.com/office/drawing/2014/main" id="{0F09CEFF-D3FC-DD0D-CD47-09D5C3CB8BF5}"/>
              </a:ext>
            </a:extLst>
          </p:cNvPr>
          <p:cNvSpPr txBox="1"/>
          <p:nvPr/>
        </p:nvSpPr>
        <p:spPr>
          <a:xfrm>
            <a:off x="42714" y="418453"/>
            <a:ext cx="3614886" cy="400110"/>
          </a:xfrm>
          <a:prstGeom prst="rect">
            <a:avLst/>
          </a:prstGeom>
          <a:noFill/>
        </p:spPr>
        <p:txBody>
          <a:bodyPr wrap="square" rtlCol="0">
            <a:spAutoFit/>
          </a:bodyPr>
          <a:lstStyle/>
          <a:p>
            <a:r>
              <a:rPr lang="en-US" b="1" u="sng" dirty="0"/>
              <a:t>DAT</a:t>
            </a:r>
            <a:r>
              <a:rPr lang="en-US" sz="2000" b="1" u="sng" dirty="0"/>
              <a:t>A FLOWCHART.</a:t>
            </a:r>
            <a:endParaRPr lang="en-IN" sz="2000" b="1" u="sng" dirty="0"/>
          </a:p>
        </p:txBody>
      </p:sp>
      <p:sp>
        <p:nvSpPr>
          <p:cNvPr id="2" name="Rectangle 1">
            <a:extLst>
              <a:ext uri="{FF2B5EF4-FFF2-40B4-BE49-F238E27FC236}">
                <a16:creationId xmlns:a16="http://schemas.microsoft.com/office/drawing/2014/main" id="{C431E886-D74B-F564-0849-751233EC8748}"/>
              </a:ext>
            </a:extLst>
          </p:cNvPr>
          <p:cNvSpPr/>
          <p:nvPr/>
        </p:nvSpPr>
        <p:spPr>
          <a:xfrm>
            <a:off x="7276123" y="2375570"/>
            <a:ext cx="1258277" cy="8414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USER</a:t>
            </a:r>
            <a:endParaRPr lang="en-IN" dirty="0"/>
          </a:p>
        </p:txBody>
      </p:sp>
      <p:sp>
        <p:nvSpPr>
          <p:cNvPr id="3" name="Rectangle 2">
            <a:extLst>
              <a:ext uri="{FF2B5EF4-FFF2-40B4-BE49-F238E27FC236}">
                <a16:creationId xmlns:a16="http://schemas.microsoft.com/office/drawing/2014/main" id="{F5EE73B0-00F4-B959-9D13-D51F2FEE5BF1}"/>
              </a:ext>
            </a:extLst>
          </p:cNvPr>
          <p:cNvSpPr/>
          <p:nvPr/>
        </p:nvSpPr>
        <p:spPr>
          <a:xfrm>
            <a:off x="2922954" y="2375570"/>
            <a:ext cx="1183296" cy="8414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ADMIN</a:t>
            </a:r>
            <a:endParaRPr lang="en-IN" dirty="0"/>
          </a:p>
        </p:txBody>
      </p:sp>
      <p:sp>
        <p:nvSpPr>
          <p:cNvPr id="18" name="Arrow: Left 17">
            <a:extLst>
              <a:ext uri="{FF2B5EF4-FFF2-40B4-BE49-F238E27FC236}">
                <a16:creationId xmlns:a16="http://schemas.microsoft.com/office/drawing/2014/main" id="{2002CF95-6CBA-440C-3ACB-04F69AD009A7}"/>
              </a:ext>
            </a:extLst>
          </p:cNvPr>
          <p:cNvSpPr/>
          <p:nvPr/>
        </p:nvSpPr>
        <p:spPr>
          <a:xfrm>
            <a:off x="4093790" y="2704593"/>
            <a:ext cx="793996" cy="183414"/>
          </a:xfrm>
          <a:prstGeom prst="leftArrow">
            <a:avLst>
              <a:gd name="adj1" fmla="val 68558"/>
              <a:gd name="adj2" fmla="val 50000"/>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a:extLst>
              <a:ext uri="{FF2B5EF4-FFF2-40B4-BE49-F238E27FC236}">
                <a16:creationId xmlns:a16="http://schemas.microsoft.com/office/drawing/2014/main" id="{53BDEE62-9788-A7D9-C9FD-936850400C21}"/>
              </a:ext>
            </a:extLst>
          </p:cNvPr>
          <p:cNvSpPr/>
          <p:nvPr/>
        </p:nvSpPr>
        <p:spPr>
          <a:xfrm>
            <a:off x="2922954" y="4599612"/>
            <a:ext cx="1183296" cy="7773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endParaRPr lang="en-IN" dirty="0"/>
          </a:p>
        </p:txBody>
      </p:sp>
      <p:sp>
        <p:nvSpPr>
          <p:cNvPr id="11" name="Arrow: Right 10">
            <a:extLst>
              <a:ext uri="{FF2B5EF4-FFF2-40B4-BE49-F238E27FC236}">
                <a16:creationId xmlns:a16="http://schemas.microsoft.com/office/drawing/2014/main" id="{2BBA8C5A-7DDC-F1D0-F477-C6AEED6B642B}"/>
              </a:ext>
            </a:extLst>
          </p:cNvPr>
          <p:cNvSpPr/>
          <p:nvPr/>
        </p:nvSpPr>
        <p:spPr>
          <a:xfrm>
            <a:off x="6432607" y="2704593"/>
            <a:ext cx="843516" cy="255308"/>
          </a:xfrm>
          <a:prstGeom prst="rightArrow">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25D65685-E3B2-D6F1-F593-B92DA520B6B9}"/>
              </a:ext>
            </a:extLst>
          </p:cNvPr>
          <p:cNvSpPr/>
          <p:nvPr/>
        </p:nvSpPr>
        <p:spPr>
          <a:xfrm>
            <a:off x="4900246" y="1486418"/>
            <a:ext cx="1519900" cy="5299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HOME</a:t>
            </a:r>
          </a:p>
        </p:txBody>
      </p:sp>
      <p:sp>
        <p:nvSpPr>
          <p:cNvPr id="32" name="Arrow: Down 31">
            <a:extLst>
              <a:ext uri="{FF2B5EF4-FFF2-40B4-BE49-F238E27FC236}">
                <a16:creationId xmlns:a16="http://schemas.microsoft.com/office/drawing/2014/main" id="{1D0D76E2-1B3E-B234-3AB0-58CCDC4E7832}"/>
              </a:ext>
            </a:extLst>
          </p:cNvPr>
          <p:cNvSpPr/>
          <p:nvPr/>
        </p:nvSpPr>
        <p:spPr>
          <a:xfrm>
            <a:off x="5569990" y="1096088"/>
            <a:ext cx="240082" cy="390330"/>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Arrow: Down 33">
            <a:extLst>
              <a:ext uri="{FF2B5EF4-FFF2-40B4-BE49-F238E27FC236}">
                <a16:creationId xmlns:a16="http://schemas.microsoft.com/office/drawing/2014/main" id="{DBFDC1C8-832F-D8D4-7CC9-16BADBF191E5}"/>
              </a:ext>
            </a:extLst>
          </p:cNvPr>
          <p:cNvSpPr/>
          <p:nvPr/>
        </p:nvSpPr>
        <p:spPr>
          <a:xfrm>
            <a:off x="3385302" y="3217030"/>
            <a:ext cx="233455" cy="1382581"/>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Arrow: Down 34">
            <a:extLst>
              <a:ext uri="{FF2B5EF4-FFF2-40B4-BE49-F238E27FC236}">
                <a16:creationId xmlns:a16="http://schemas.microsoft.com/office/drawing/2014/main" id="{F4BC7AA1-7ABC-9985-BD40-8DA8C6C5E2E0}"/>
              </a:ext>
            </a:extLst>
          </p:cNvPr>
          <p:cNvSpPr/>
          <p:nvPr/>
        </p:nvSpPr>
        <p:spPr>
          <a:xfrm>
            <a:off x="7819177" y="3217030"/>
            <a:ext cx="266338" cy="1382581"/>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35">
            <a:extLst>
              <a:ext uri="{FF2B5EF4-FFF2-40B4-BE49-F238E27FC236}">
                <a16:creationId xmlns:a16="http://schemas.microsoft.com/office/drawing/2014/main" id="{3657607E-2DD8-4FE5-A301-6A11DF4E62F1}"/>
              </a:ext>
            </a:extLst>
          </p:cNvPr>
          <p:cNvSpPr/>
          <p:nvPr/>
        </p:nvSpPr>
        <p:spPr>
          <a:xfrm>
            <a:off x="437661" y="4599610"/>
            <a:ext cx="1469293" cy="7773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FEATURES</a:t>
            </a:r>
            <a:endParaRPr lang="en-IN" sz="1600" dirty="0"/>
          </a:p>
        </p:txBody>
      </p:sp>
      <p:cxnSp>
        <p:nvCxnSpPr>
          <p:cNvPr id="38" name="Connector: Curved 37">
            <a:extLst>
              <a:ext uri="{FF2B5EF4-FFF2-40B4-BE49-F238E27FC236}">
                <a16:creationId xmlns:a16="http://schemas.microsoft.com/office/drawing/2014/main" id="{4137B4AE-2FD1-2FE3-E95F-7A184B8E7398}"/>
              </a:ext>
            </a:extLst>
          </p:cNvPr>
          <p:cNvCxnSpPr>
            <a:cxnSpLocks/>
            <a:stCxn id="15" idx="1"/>
            <a:endCxn id="36" idx="0"/>
          </p:cNvCxnSpPr>
          <p:nvPr/>
        </p:nvCxnSpPr>
        <p:spPr>
          <a:xfrm rot="10800000" flipV="1">
            <a:off x="1172308" y="1751394"/>
            <a:ext cx="3727938" cy="2848216"/>
          </a:xfrm>
          <a:prstGeom prst="curvedConnector2">
            <a:avLst/>
          </a:prstGeom>
          <a:ln>
            <a:tailEnd type="triangle"/>
          </a:ln>
          <a:effectLst>
            <a:innerShdw blurRad="63500" dist="50800" dir="16200000">
              <a:prstClr val="black">
                <a:alpha val="50000"/>
              </a:prstClr>
            </a:innerShdw>
          </a:effectLst>
        </p:spPr>
        <p:style>
          <a:lnRef idx="3">
            <a:schemeClr val="dk1"/>
          </a:lnRef>
          <a:fillRef idx="0">
            <a:schemeClr val="dk1"/>
          </a:fillRef>
          <a:effectRef idx="2">
            <a:schemeClr val="dk1"/>
          </a:effectRef>
          <a:fontRef idx="minor">
            <a:schemeClr val="tx1"/>
          </a:fontRef>
        </p:style>
      </p:cxnSp>
      <p:sp>
        <p:nvSpPr>
          <p:cNvPr id="43" name="Rectangle 42">
            <a:extLst>
              <a:ext uri="{FF2B5EF4-FFF2-40B4-BE49-F238E27FC236}">
                <a16:creationId xmlns:a16="http://schemas.microsoft.com/office/drawing/2014/main" id="{6C322DD1-FF15-F537-5278-9F9517684BA1}"/>
              </a:ext>
            </a:extLst>
          </p:cNvPr>
          <p:cNvSpPr/>
          <p:nvPr/>
        </p:nvSpPr>
        <p:spPr>
          <a:xfrm>
            <a:off x="9691077" y="4599611"/>
            <a:ext cx="1519902" cy="7773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FEEDBACK</a:t>
            </a:r>
            <a:endParaRPr lang="en-IN" sz="1600" dirty="0"/>
          </a:p>
        </p:txBody>
      </p:sp>
      <p:cxnSp>
        <p:nvCxnSpPr>
          <p:cNvPr id="45" name="Connector: Curved 44">
            <a:extLst>
              <a:ext uri="{FF2B5EF4-FFF2-40B4-BE49-F238E27FC236}">
                <a16:creationId xmlns:a16="http://schemas.microsoft.com/office/drawing/2014/main" id="{F745333B-F0AF-8814-F5DF-1625C21F8027}"/>
              </a:ext>
            </a:extLst>
          </p:cNvPr>
          <p:cNvCxnSpPr>
            <a:cxnSpLocks/>
            <a:stCxn id="15" idx="3"/>
            <a:endCxn id="43" idx="0"/>
          </p:cNvCxnSpPr>
          <p:nvPr/>
        </p:nvCxnSpPr>
        <p:spPr>
          <a:xfrm>
            <a:off x="6420146" y="1751394"/>
            <a:ext cx="4030882" cy="2848217"/>
          </a:xfrm>
          <a:prstGeom prst="curvedConnector2">
            <a:avLst/>
          </a:prstGeom>
          <a:ln>
            <a:tailEnd type="triangle"/>
          </a:ln>
          <a:effectLst>
            <a:innerShdw blurRad="63500" dist="50800" dir="16200000">
              <a:prstClr val="black">
                <a:alpha val="50000"/>
              </a:prstClr>
            </a:innerShdw>
          </a:effectLst>
        </p:spPr>
        <p:style>
          <a:lnRef idx="3">
            <a:schemeClr val="dk1"/>
          </a:lnRef>
          <a:fillRef idx="0">
            <a:schemeClr val="dk1"/>
          </a:fillRef>
          <a:effectRef idx="2">
            <a:schemeClr val="dk1"/>
          </a:effectRef>
          <a:fontRef idx="minor">
            <a:schemeClr val="tx1"/>
          </a:fontRef>
        </p:style>
      </p:cxnSp>
      <p:sp>
        <p:nvSpPr>
          <p:cNvPr id="51" name="Flowchart: Extract 50">
            <a:extLst>
              <a:ext uri="{FF2B5EF4-FFF2-40B4-BE49-F238E27FC236}">
                <a16:creationId xmlns:a16="http://schemas.microsoft.com/office/drawing/2014/main" id="{8B1B01DE-B056-2D23-ABA4-C628F55D57BE}"/>
              </a:ext>
            </a:extLst>
          </p:cNvPr>
          <p:cNvSpPr/>
          <p:nvPr/>
        </p:nvSpPr>
        <p:spPr>
          <a:xfrm rot="10800000">
            <a:off x="1069036" y="4464719"/>
            <a:ext cx="206538" cy="120980"/>
          </a:xfrm>
          <a:prstGeom prst="flowChartExtra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Flowchart: Extract 51">
            <a:extLst>
              <a:ext uri="{FF2B5EF4-FFF2-40B4-BE49-F238E27FC236}">
                <a16:creationId xmlns:a16="http://schemas.microsoft.com/office/drawing/2014/main" id="{FB5040AC-B539-3E9C-D1C4-8B89EC989E43}"/>
              </a:ext>
            </a:extLst>
          </p:cNvPr>
          <p:cNvSpPr/>
          <p:nvPr/>
        </p:nvSpPr>
        <p:spPr>
          <a:xfrm rot="10607912">
            <a:off x="10347760" y="4459046"/>
            <a:ext cx="206538" cy="120980"/>
          </a:xfrm>
          <a:prstGeom prst="flowChartExtra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Arrow: Left-Right 52">
            <a:extLst>
              <a:ext uri="{FF2B5EF4-FFF2-40B4-BE49-F238E27FC236}">
                <a16:creationId xmlns:a16="http://schemas.microsoft.com/office/drawing/2014/main" id="{92093A0D-398F-A2F5-96BD-B30B823D4D49}"/>
              </a:ext>
            </a:extLst>
          </p:cNvPr>
          <p:cNvSpPr/>
          <p:nvPr/>
        </p:nvSpPr>
        <p:spPr>
          <a:xfrm rot="5400000">
            <a:off x="5361174" y="2183995"/>
            <a:ext cx="529951" cy="194699"/>
          </a:xfrm>
          <a:prstGeom prst="lef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765835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5FA0EB5-B614-D67B-09D7-1DABCBFC333A}"/>
              </a:ext>
            </a:extLst>
          </p:cNvPr>
          <p:cNvSpPr/>
          <p:nvPr/>
        </p:nvSpPr>
        <p:spPr>
          <a:xfrm>
            <a:off x="2331824" y="2545059"/>
            <a:ext cx="1358558" cy="6003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E</a:t>
            </a:r>
            <a:r>
              <a:rPr lang="en-IN" sz="1400" dirty="0"/>
              <a:t>LECTION TYPE</a:t>
            </a:r>
          </a:p>
        </p:txBody>
      </p:sp>
      <p:sp>
        <p:nvSpPr>
          <p:cNvPr id="10" name="Rectangle 9">
            <a:extLst>
              <a:ext uri="{FF2B5EF4-FFF2-40B4-BE49-F238E27FC236}">
                <a16:creationId xmlns:a16="http://schemas.microsoft.com/office/drawing/2014/main" id="{C0BAA39E-70FD-F6CC-2549-7F397BA4DA2F}"/>
              </a:ext>
            </a:extLst>
          </p:cNvPr>
          <p:cNvSpPr/>
          <p:nvPr/>
        </p:nvSpPr>
        <p:spPr>
          <a:xfrm>
            <a:off x="4967766" y="2550417"/>
            <a:ext cx="1334203" cy="6226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CATEGORY LIST</a:t>
            </a:r>
            <a:endParaRPr lang="en-IN" sz="1200" dirty="0"/>
          </a:p>
        </p:txBody>
      </p:sp>
      <p:sp>
        <p:nvSpPr>
          <p:cNvPr id="11" name="Rectangle 10">
            <a:extLst>
              <a:ext uri="{FF2B5EF4-FFF2-40B4-BE49-F238E27FC236}">
                <a16:creationId xmlns:a16="http://schemas.microsoft.com/office/drawing/2014/main" id="{EAFA2944-8909-4840-7452-3D6ADD6F9789}"/>
              </a:ext>
            </a:extLst>
          </p:cNvPr>
          <p:cNvSpPr/>
          <p:nvPr/>
        </p:nvSpPr>
        <p:spPr>
          <a:xfrm>
            <a:off x="7470369" y="3561321"/>
            <a:ext cx="1358558" cy="6003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ADD</a:t>
            </a:r>
          </a:p>
          <a:p>
            <a:pPr algn="ctr"/>
            <a:r>
              <a:rPr lang="en-US" sz="1600" dirty="0"/>
              <a:t>USER</a:t>
            </a:r>
          </a:p>
        </p:txBody>
      </p:sp>
      <p:sp>
        <p:nvSpPr>
          <p:cNvPr id="26" name="Arrow: Up 25">
            <a:extLst>
              <a:ext uri="{FF2B5EF4-FFF2-40B4-BE49-F238E27FC236}">
                <a16:creationId xmlns:a16="http://schemas.microsoft.com/office/drawing/2014/main" id="{3EB8A126-6EB3-C82C-8F8E-2B7705094C0D}"/>
              </a:ext>
            </a:extLst>
          </p:cNvPr>
          <p:cNvSpPr/>
          <p:nvPr/>
        </p:nvSpPr>
        <p:spPr>
          <a:xfrm rot="10800000">
            <a:off x="7977302" y="4182639"/>
            <a:ext cx="195016" cy="535351"/>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28" name="Arrow: Up 27">
            <a:extLst>
              <a:ext uri="{FF2B5EF4-FFF2-40B4-BE49-F238E27FC236}">
                <a16:creationId xmlns:a16="http://schemas.microsoft.com/office/drawing/2014/main" id="{1A54FAAB-E333-ACEC-65D0-FDDEC956891F}"/>
              </a:ext>
            </a:extLst>
          </p:cNvPr>
          <p:cNvSpPr/>
          <p:nvPr/>
        </p:nvSpPr>
        <p:spPr>
          <a:xfrm rot="10800000">
            <a:off x="7996285" y="3192425"/>
            <a:ext cx="209869" cy="368893"/>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29" name="Arrow: Up 28">
            <a:extLst>
              <a:ext uri="{FF2B5EF4-FFF2-40B4-BE49-F238E27FC236}">
                <a16:creationId xmlns:a16="http://schemas.microsoft.com/office/drawing/2014/main" id="{7A03F9F6-EA61-33BF-5D35-673A1E54B652}"/>
              </a:ext>
            </a:extLst>
          </p:cNvPr>
          <p:cNvSpPr/>
          <p:nvPr/>
        </p:nvSpPr>
        <p:spPr>
          <a:xfrm rot="10800000">
            <a:off x="5539795" y="3171951"/>
            <a:ext cx="190143" cy="668052"/>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32" name="Arrow: Up 31">
            <a:extLst>
              <a:ext uri="{FF2B5EF4-FFF2-40B4-BE49-F238E27FC236}">
                <a16:creationId xmlns:a16="http://schemas.microsoft.com/office/drawing/2014/main" id="{E61B5396-C0BE-4D80-B6C0-3E3E56628923}"/>
              </a:ext>
            </a:extLst>
          </p:cNvPr>
          <p:cNvSpPr/>
          <p:nvPr/>
        </p:nvSpPr>
        <p:spPr>
          <a:xfrm rot="10800000">
            <a:off x="2922957" y="3145433"/>
            <a:ext cx="190143" cy="415884"/>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33" name="TextBox 32">
            <a:extLst>
              <a:ext uri="{FF2B5EF4-FFF2-40B4-BE49-F238E27FC236}">
                <a16:creationId xmlns:a16="http://schemas.microsoft.com/office/drawing/2014/main" id="{41848521-2331-0F76-5C51-F4821B775215}"/>
              </a:ext>
            </a:extLst>
          </p:cNvPr>
          <p:cNvSpPr txBox="1"/>
          <p:nvPr/>
        </p:nvSpPr>
        <p:spPr>
          <a:xfrm>
            <a:off x="111853" y="176169"/>
            <a:ext cx="4002947" cy="400110"/>
          </a:xfrm>
          <a:prstGeom prst="rect">
            <a:avLst/>
          </a:prstGeom>
          <a:noFill/>
        </p:spPr>
        <p:txBody>
          <a:bodyPr wrap="square" rtlCol="0">
            <a:spAutoFit/>
          </a:bodyPr>
          <a:lstStyle/>
          <a:p>
            <a:r>
              <a:rPr lang="en-US" sz="2000" b="1" u="sng" dirty="0"/>
              <a:t>DATA FLOWCHART(CONT….)</a:t>
            </a:r>
            <a:endParaRPr lang="en-IN" sz="2000" b="1" u="sng" dirty="0"/>
          </a:p>
        </p:txBody>
      </p:sp>
      <p:sp>
        <p:nvSpPr>
          <p:cNvPr id="4" name="Rectangle 3">
            <a:extLst>
              <a:ext uri="{FF2B5EF4-FFF2-40B4-BE49-F238E27FC236}">
                <a16:creationId xmlns:a16="http://schemas.microsoft.com/office/drawing/2014/main" id="{14D08A64-DD34-EF2A-CFDC-484C3F1E612F}"/>
              </a:ext>
            </a:extLst>
          </p:cNvPr>
          <p:cNvSpPr/>
          <p:nvPr/>
        </p:nvSpPr>
        <p:spPr>
          <a:xfrm>
            <a:off x="7470369" y="2571580"/>
            <a:ext cx="1361016" cy="6003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USER</a:t>
            </a:r>
            <a:r>
              <a:rPr lang="en-IN" sz="1600" dirty="0"/>
              <a:t>S</a:t>
            </a:r>
            <a:endParaRPr lang="en-US" sz="1600" dirty="0"/>
          </a:p>
        </p:txBody>
      </p:sp>
      <p:sp>
        <p:nvSpPr>
          <p:cNvPr id="5" name="Oval 4">
            <a:extLst>
              <a:ext uri="{FF2B5EF4-FFF2-40B4-BE49-F238E27FC236}">
                <a16:creationId xmlns:a16="http://schemas.microsoft.com/office/drawing/2014/main" id="{AB9BCE98-92B9-8373-AF3C-DD10680BDC59}"/>
              </a:ext>
            </a:extLst>
          </p:cNvPr>
          <p:cNvSpPr/>
          <p:nvPr/>
        </p:nvSpPr>
        <p:spPr>
          <a:xfrm>
            <a:off x="4943411" y="1286343"/>
            <a:ext cx="1358558" cy="783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a:t>
            </a:r>
          </a:p>
        </p:txBody>
      </p:sp>
      <p:cxnSp>
        <p:nvCxnSpPr>
          <p:cNvPr id="8" name="Connector: Curved 7">
            <a:extLst>
              <a:ext uri="{FF2B5EF4-FFF2-40B4-BE49-F238E27FC236}">
                <a16:creationId xmlns:a16="http://schemas.microsoft.com/office/drawing/2014/main" id="{841A88C2-0A08-3635-0667-7EAC780C3E0D}"/>
              </a:ext>
            </a:extLst>
          </p:cNvPr>
          <p:cNvCxnSpPr>
            <a:cxnSpLocks/>
            <a:stCxn id="5" idx="6"/>
            <a:endCxn id="4" idx="0"/>
          </p:cNvCxnSpPr>
          <p:nvPr/>
        </p:nvCxnSpPr>
        <p:spPr>
          <a:xfrm>
            <a:off x="6301969" y="1677999"/>
            <a:ext cx="1848908" cy="893581"/>
          </a:xfrm>
          <a:prstGeom prst="curved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17" name="Connector: Curved 16">
            <a:extLst>
              <a:ext uri="{FF2B5EF4-FFF2-40B4-BE49-F238E27FC236}">
                <a16:creationId xmlns:a16="http://schemas.microsoft.com/office/drawing/2014/main" id="{0423F5C6-795F-03DC-2782-BA1DCD768D8B}"/>
              </a:ext>
            </a:extLst>
          </p:cNvPr>
          <p:cNvCxnSpPr>
            <a:cxnSpLocks/>
            <a:stCxn id="5" idx="2"/>
            <a:endCxn id="9" idx="0"/>
          </p:cNvCxnSpPr>
          <p:nvPr/>
        </p:nvCxnSpPr>
        <p:spPr>
          <a:xfrm rot="10800000" flipV="1">
            <a:off x="3011103" y="1677999"/>
            <a:ext cx="1932308" cy="867060"/>
          </a:xfrm>
          <a:prstGeom prst="curvedConnector2">
            <a:avLst/>
          </a:prstGeom>
          <a:ln>
            <a:tailEnd type="triangle"/>
          </a:ln>
          <a:effectLst>
            <a:innerShdw blurRad="63500" dist="50800" dir="16200000">
              <a:prstClr val="black">
                <a:alpha val="50000"/>
              </a:prstClr>
            </a:innerShdw>
          </a:effectLst>
        </p:spPr>
        <p:style>
          <a:lnRef idx="3">
            <a:schemeClr val="dk1"/>
          </a:lnRef>
          <a:fillRef idx="0">
            <a:schemeClr val="dk1"/>
          </a:fillRef>
          <a:effectRef idx="2">
            <a:schemeClr val="dk1"/>
          </a:effectRef>
          <a:fontRef idx="minor">
            <a:schemeClr val="tx1"/>
          </a:fontRef>
        </p:style>
      </p:cxnSp>
      <p:sp>
        <p:nvSpPr>
          <p:cNvPr id="36" name="Rectangle 35">
            <a:extLst>
              <a:ext uri="{FF2B5EF4-FFF2-40B4-BE49-F238E27FC236}">
                <a16:creationId xmlns:a16="http://schemas.microsoft.com/office/drawing/2014/main" id="{D8F4BE97-B096-8E56-FE1E-A956A60C35C6}"/>
              </a:ext>
            </a:extLst>
          </p:cNvPr>
          <p:cNvSpPr/>
          <p:nvPr/>
        </p:nvSpPr>
        <p:spPr>
          <a:xfrm>
            <a:off x="7470369" y="4723495"/>
            <a:ext cx="1358558" cy="6930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ACTION</a:t>
            </a:r>
          </a:p>
        </p:txBody>
      </p:sp>
      <p:sp>
        <p:nvSpPr>
          <p:cNvPr id="38" name="Rectangle 37">
            <a:extLst>
              <a:ext uri="{FF2B5EF4-FFF2-40B4-BE49-F238E27FC236}">
                <a16:creationId xmlns:a16="http://schemas.microsoft.com/office/drawing/2014/main" id="{A9C78D3C-21DB-1E07-FF18-0C4DD09C4667}"/>
              </a:ext>
            </a:extLst>
          </p:cNvPr>
          <p:cNvSpPr/>
          <p:nvPr/>
        </p:nvSpPr>
        <p:spPr>
          <a:xfrm>
            <a:off x="2355213" y="3561320"/>
            <a:ext cx="1358558" cy="6003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ELECTION TYPE FORM</a:t>
            </a:r>
            <a:endParaRPr lang="en-IN" sz="1400" dirty="0"/>
          </a:p>
        </p:txBody>
      </p:sp>
      <p:cxnSp>
        <p:nvCxnSpPr>
          <p:cNvPr id="73" name="Straight Connector 72">
            <a:extLst>
              <a:ext uri="{FF2B5EF4-FFF2-40B4-BE49-F238E27FC236}">
                <a16:creationId xmlns:a16="http://schemas.microsoft.com/office/drawing/2014/main" id="{BC27BA9D-9991-2923-FAAD-AA817514025E}"/>
              </a:ext>
            </a:extLst>
          </p:cNvPr>
          <p:cNvCxnSpPr>
            <a:cxnSpLocks/>
            <a:stCxn id="5" idx="6"/>
          </p:cNvCxnSpPr>
          <p:nvPr/>
        </p:nvCxnSpPr>
        <p:spPr>
          <a:xfrm>
            <a:off x="6301969" y="1677999"/>
            <a:ext cx="3092123" cy="0"/>
          </a:xfrm>
          <a:prstGeom prst="line">
            <a:avLst/>
          </a:prstGeom>
          <a:effectLst>
            <a:innerShdw blurRad="63500" dist="50800" dir="16200000">
              <a:prstClr val="black">
                <a:alpha val="50000"/>
              </a:prstClr>
            </a:innerShdw>
          </a:effectLst>
        </p:spPr>
        <p:style>
          <a:lnRef idx="3">
            <a:schemeClr val="dk1"/>
          </a:lnRef>
          <a:fillRef idx="0">
            <a:schemeClr val="dk1"/>
          </a:fillRef>
          <a:effectRef idx="2">
            <a:schemeClr val="dk1"/>
          </a:effectRef>
          <a:fontRef idx="minor">
            <a:schemeClr val="tx1"/>
          </a:fontRef>
        </p:style>
      </p:cxnSp>
      <p:cxnSp>
        <p:nvCxnSpPr>
          <p:cNvPr id="137" name="Straight Connector 136">
            <a:extLst>
              <a:ext uri="{FF2B5EF4-FFF2-40B4-BE49-F238E27FC236}">
                <a16:creationId xmlns:a16="http://schemas.microsoft.com/office/drawing/2014/main" id="{145DDCFE-9315-C933-3877-35EC03FB9B60}"/>
              </a:ext>
            </a:extLst>
          </p:cNvPr>
          <p:cNvCxnSpPr>
            <a:cxnSpLocks/>
          </p:cNvCxnSpPr>
          <p:nvPr/>
        </p:nvCxnSpPr>
        <p:spPr>
          <a:xfrm flipH="1" flipV="1">
            <a:off x="9394092" y="1656837"/>
            <a:ext cx="28319" cy="4774054"/>
          </a:xfrm>
          <a:prstGeom prst="line">
            <a:avLst/>
          </a:prstGeom>
          <a:effectLst>
            <a:innerShdw blurRad="63500" dist="50800" dir="16200000">
              <a:prstClr val="black">
                <a:alpha val="50000"/>
              </a:prstClr>
            </a:innerShdw>
          </a:effectLst>
        </p:spPr>
        <p:style>
          <a:lnRef idx="3">
            <a:schemeClr val="dk1"/>
          </a:lnRef>
          <a:fillRef idx="0">
            <a:schemeClr val="dk1"/>
          </a:fillRef>
          <a:effectRef idx="2">
            <a:schemeClr val="dk1"/>
          </a:effectRef>
          <a:fontRef idx="minor">
            <a:schemeClr val="tx1"/>
          </a:fontRef>
        </p:style>
      </p:cxnSp>
      <p:cxnSp>
        <p:nvCxnSpPr>
          <p:cNvPr id="143" name="Straight Arrow Connector 142">
            <a:extLst>
              <a:ext uri="{FF2B5EF4-FFF2-40B4-BE49-F238E27FC236}">
                <a16:creationId xmlns:a16="http://schemas.microsoft.com/office/drawing/2014/main" id="{9B734DD2-729E-017A-7EFA-C55F1AC2A26C}"/>
              </a:ext>
            </a:extLst>
          </p:cNvPr>
          <p:cNvCxnSpPr>
            <a:cxnSpLocks/>
            <a:endCxn id="176" idx="3"/>
          </p:cNvCxnSpPr>
          <p:nvPr/>
        </p:nvCxnSpPr>
        <p:spPr>
          <a:xfrm flipH="1">
            <a:off x="6295898" y="6430891"/>
            <a:ext cx="3126513" cy="0"/>
          </a:xfrm>
          <a:prstGeom prst="straightConnector1">
            <a:avLst/>
          </a:prstGeom>
          <a:ln>
            <a:tailEnd type="triangle"/>
          </a:ln>
          <a:effectLst>
            <a:innerShdw blurRad="63500" dist="50800" dir="16200000">
              <a:prstClr val="black">
                <a:alpha val="50000"/>
              </a:prstClr>
            </a:innerShdw>
          </a:effectLst>
        </p:spPr>
        <p:style>
          <a:lnRef idx="3">
            <a:schemeClr val="dk1"/>
          </a:lnRef>
          <a:fillRef idx="0">
            <a:schemeClr val="dk1"/>
          </a:fillRef>
          <a:effectRef idx="2">
            <a:schemeClr val="dk1"/>
          </a:effectRef>
          <a:fontRef idx="minor">
            <a:schemeClr val="tx1"/>
          </a:fontRef>
        </p:style>
      </p:cxnSp>
      <p:sp>
        <p:nvSpPr>
          <p:cNvPr id="147" name="Flowchart: Sort 146">
            <a:extLst>
              <a:ext uri="{FF2B5EF4-FFF2-40B4-BE49-F238E27FC236}">
                <a16:creationId xmlns:a16="http://schemas.microsoft.com/office/drawing/2014/main" id="{DCB43CCE-CAAA-057B-D5AA-6F39AFCF758D}"/>
              </a:ext>
            </a:extLst>
          </p:cNvPr>
          <p:cNvSpPr/>
          <p:nvPr/>
        </p:nvSpPr>
        <p:spPr>
          <a:xfrm flipH="1">
            <a:off x="4575864" y="3840004"/>
            <a:ext cx="2122829" cy="1325673"/>
          </a:xfrm>
          <a:prstGeom prst="flowChartSor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EDIT</a:t>
            </a:r>
          </a:p>
          <a:p>
            <a:pPr algn="ctr"/>
            <a:r>
              <a:rPr lang="en-GB" sz="1400" dirty="0"/>
              <a:t>OR</a:t>
            </a:r>
          </a:p>
          <a:p>
            <a:pPr algn="ctr"/>
            <a:r>
              <a:rPr lang="en-GB" sz="1400" dirty="0"/>
              <a:t>DELEETE</a:t>
            </a:r>
            <a:endParaRPr lang="en-IN" sz="1400" dirty="0"/>
          </a:p>
        </p:txBody>
      </p:sp>
      <p:sp>
        <p:nvSpPr>
          <p:cNvPr id="153" name="Arrow: Up 152">
            <a:extLst>
              <a:ext uri="{FF2B5EF4-FFF2-40B4-BE49-F238E27FC236}">
                <a16:creationId xmlns:a16="http://schemas.microsoft.com/office/drawing/2014/main" id="{C77F652B-4DA1-1E20-22EC-67E0791B4192}"/>
              </a:ext>
            </a:extLst>
          </p:cNvPr>
          <p:cNvSpPr/>
          <p:nvPr/>
        </p:nvSpPr>
        <p:spPr>
          <a:xfrm rot="10800000">
            <a:off x="5539794" y="5165677"/>
            <a:ext cx="190144" cy="918294"/>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161" name="Arrow: Up 160">
            <a:extLst>
              <a:ext uri="{FF2B5EF4-FFF2-40B4-BE49-F238E27FC236}">
                <a16:creationId xmlns:a16="http://schemas.microsoft.com/office/drawing/2014/main" id="{F2F9877D-2F52-A8EE-6AB6-A96F431585A9}"/>
              </a:ext>
            </a:extLst>
          </p:cNvPr>
          <p:cNvSpPr/>
          <p:nvPr/>
        </p:nvSpPr>
        <p:spPr>
          <a:xfrm rot="10800000">
            <a:off x="5539793" y="2081717"/>
            <a:ext cx="190145" cy="466167"/>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cxnSp>
        <p:nvCxnSpPr>
          <p:cNvPr id="167" name="Connector: Curved 166">
            <a:extLst>
              <a:ext uri="{FF2B5EF4-FFF2-40B4-BE49-F238E27FC236}">
                <a16:creationId xmlns:a16="http://schemas.microsoft.com/office/drawing/2014/main" id="{E72CEAC3-5DAA-504C-249F-1DE58EBCF6E4}"/>
              </a:ext>
            </a:extLst>
          </p:cNvPr>
          <p:cNvCxnSpPr>
            <a:stCxn id="38" idx="2"/>
            <a:endCxn id="147" idx="3"/>
          </p:cNvCxnSpPr>
          <p:nvPr/>
        </p:nvCxnSpPr>
        <p:spPr>
          <a:xfrm rot="16200000" flipH="1">
            <a:off x="3634605" y="3561582"/>
            <a:ext cx="341146" cy="1541372"/>
          </a:xfrm>
          <a:prstGeom prst="curvedConnector2">
            <a:avLst/>
          </a:prstGeom>
          <a:ln>
            <a:tailEnd type="triangle"/>
          </a:ln>
          <a:effectLst>
            <a:innerShdw blurRad="63500" dist="50800" dir="16200000">
              <a:prstClr val="black">
                <a:alpha val="50000"/>
              </a:prstClr>
            </a:innerShdw>
          </a:effectLst>
        </p:spPr>
        <p:style>
          <a:lnRef idx="3">
            <a:schemeClr val="dk1"/>
          </a:lnRef>
          <a:fillRef idx="0">
            <a:schemeClr val="dk1"/>
          </a:fillRef>
          <a:effectRef idx="2">
            <a:schemeClr val="dk1"/>
          </a:effectRef>
          <a:fontRef idx="minor">
            <a:schemeClr val="tx1"/>
          </a:fontRef>
        </p:style>
      </p:cxnSp>
      <p:cxnSp>
        <p:nvCxnSpPr>
          <p:cNvPr id="168" name="Connector: Curved 167">
            <a:extLst>
              <a:ext uri="{FF2B5EF4-FFF2-40B4-BE49-F238E27FC236}">
                <a16:creationId xmlns:a16="http://schemas.microsoft.com/office/drawing/2014/main" id="{7DDE16BB-A2F6-1048-FEC3-88A5AB21FABD}"/>
              </a:ext>
            </a:extLst>
          </p:cNvPr>
          <p:cNvCxnSpPr>
            <a:cxnSpLocks/>
            <a:stCxn id="36" idx="1"/>
            <a:endCxn id="147" idx="1"/>
          </p:cNvCxnSpPr>
          <p:nvPr/>
        </p:nvCxnSpPr>
        <p:spPr>
          <a:xfrm rot="10800000">
            <a:off x="6698693" y="4502842"/>
            <a:ext cx="771676" cy="567173"/>
          </a:xfrm>
          <a:prstGeom prst="curvedConnector3">
            <a:avLst>
              <a:gd name="adj1" fmla="val 24680"/>
            </a:avLst>
          </a:prstGeom>
          <a:ln>
            <a:tailEnd type="triangle"/>
          </a:ln>
          <a:effectLst>
            <a:innerShdw blurRad="63500" dist="50800" dir="16200000">
              <a:prstClr val="black">
                <a:alpha val="50000"/>
              </a:prstClr>
            </a:innerShdw>
          </a:effectLst>
        </p:spPr>
        <p:style>
          <a:lnRef idx="3">
            <a:schemeClr val="dk1"/>
          </a:lnRef>
          <a:fillRef idx="0">
            <a:schemeClr val="dk1"/>
          </a:fillRef>
          <a:effectRef idx="2">
            <a:schemeClr val="dk1"/>
          </a:effectRef>
          <a:fontRef idx="minor">
            <a:schemeClr val="tx1"/>
          </a:fontRef>
        </p:style>
      </p:cxnSp>
      <p:sp>
        <p:nvSpPr>
          <p:cNvPr id="172" name="Flowchart: Extract 171">
            <a:extLst>
              <a:ext uri="{FF2B5EF4-FFF2-40B4-BE49-F238E27FC236}">
                <a16:creationId xmlns:a16="http://schemas.microsoft.com/office/drawing/2014/main" id="{8877D4B7-169C-8F20-A6D8-71D8FE62BAD1}"/>
              </a:ext>
            </a:extLst>
          </p:cNvPr>
          <p:cNvSpPr/>
          <p:nvPr/>
        </p:nvSpPr>
        <p:spPr>
          <a:xfrm rot="11921739">
            <a:off x="2887806" y="2391867"/>
            <a:ext cx="227247" cy="181904"/>
          </a:xfrm>
          <a:prstGeom prst="flowChartExtra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3" name="Flowchart: Extract 172">
            <a:extLst>
              <a:ext uri="{FF2B5EF4-FFF2-40B4-BE49-F238E27FC236}">
                <a16:creationId xmlns:a16="http://schemas.microsoft.com/office/drawing/2014/main" id="{DAB6360B-6EF8-BF5D-71BA-FF46867E8EE7}"/>
              </a:ext>
            </a:extLst>
          </p:cNvPr>
          <p:cNvSpPr/>
          <p:nvPr/>
        </p:nvSpPr>
        <p:spPr>
          <a:xfrm rot="16967099">
            <a:off x="6662581" y="4441724"/>
            <a:ext cx="180871" cy="120109"/>
          </a:xfrm>
          <a:prstGeom prst="flowChartExtra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4" name="Flowchart: Extract 173">
            <a:extLst>
              <a:ext uri="{FF2B5EF4-FFF2-40B4-BE49-F238E27FC236}">
                <a16:creationId xmlns:a16="http://schemas.microsoft.com/office/drawing/2014/main" id="{3F339300-C6CD-DC7A-AC42-3F7210B05812}"/>
              </a:ext>
            </a:extLst>
          </p:cNvPr>
          <p:cNvSpPr/>
          <p:nvPr/>
        </p:nvSpPr>
        <p:spPr>
          <a:xfrm rot="4759284">
            <a:off x="4422096" y="4452173"/>
            <a:ext cx="206538" cy="120980"/>
          </a:xfrm>
          <a:prstGeom prst="flowChartExtra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5" name="Flowchart: Extract 174">
            <a:extLst>
              <a:ext uri="{FF2B5EF4-FFF2-40B4-BE49-F238E27FC236}">
                <a16:creationId xmlns:a16="http://schemas.microsoft.com/office/drawing/2014/main" id="{EEF16410-2E6D-F19A-5D98-DF0671635578}"/>
              </a:ext>
            </a:extLst>
          </p:cNvPr>
          <p:cNvSpPr/>
          <p:nvPr/>
        </p:nvSpPr>
        <p:spPr>
          <a:xfrm rot="10035761">
            <a:off x="8036024" y="2383058"/>
            <a:ext cx="227247" cy="181904"/>
          </a:xfrm>
          <a:prstGeom prst="flowChartExtra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6" name="Rectangle 175">
            <a:extLst>
              <a:ext uri="{FF2B5EF4-FFF2-40B4-BE49-F238E27FC236}">
                <a16:creationId xmlns:a16="http://schemas.microsoft.com/office/drawing/2014/main" id="{8A72FD19-376D-E1FC-8A5F-66D49B2C3B61}"/>
              </a:ext>
            </a:extLst>
          </p:cNvPr>
          <p:cNvSpPr/>
          <p:nvPr/>
        </p:nvSpPr>
        <p:spPr>
          <a:xfrm>
            <a:off x="4943412" y="6119576"/>
            <a:ext cx="1352486" cy="6226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B</a:t>
            </a:r>
            <a:endParaRPr lang="en-IN" sz="2000" dirty="0"/>
          </a:p>
        </p:txBody>
      </p:sp>
      <p:sp>
        <p:nvSpPr>
          <p:cNvPr id="178" name="Flowchart: Extract 177">
            <a:extLst>
              <a:ext uri="{FF2B5EF4-FFF2-40B4-BE49-F238E27FC236}">
                <a16:creationId xmlns:a16="http://schemas.microsoft.com/office/drawing/2014/main" id="{D9363613-040F-1DD4-8E66-B023908C302D}"/>
              </a:ext>
            </a:extLst>
          </p:cNvPr>
          <p:cNvSpPr/>
          <p:nvPr/>
        </p:nvSpPr>
        <p:spPr>
          <a:xfrm rot="16200000">
            <a:off x="6280445" y="6370836"/>
            <a:ext cx="180871" cy="120109"/>
          </a:xfrm>
          <a:prstGeom prst="flowChartExtra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585631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5FA0EB5-B614-D67B-09D7-1DABCBFC333A}"/>
              </a:ext>
            </a:extLst>
          </p:cNvPr>
          <p:cNvSpPr/>
          <p:nvPr/>
        </p:nvSpPr>
        <p:spPr>
          <a:xfrm>
            <a:off x="4812452" y="2307865"/>
            <a:ext cx="1350692" cy="6211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VOTE</a:t>
            </a:r>
            <a:endParaRPr lang="en-IN" sz="1600" dirty="0"/>
          </a:p>
        </p:txBody>
      </p:sp>
      <p:sp>
        <p:nvSpPr>
          <p:cNvPr id="26" name="Arrow: Up 25">
            <a:extLst>
              <a:ext uri="{FF2B5EF4-FFF2-40B4-BE49-F238E27FC236}">
                <a16:creationId xmlns:a16="http://schemas.microsoft.com/office/drawing/2014/main" id="{3EB8A126-6EB3-C82C-8F8E-2B7705094C0D}"/>
              </a:ext>
            </a:extLst>
          </p:cNvPr>
          <p:cNvSpPr/>
          <p:nvPr/>
        </p:nvSpPr>
        <p:spPr>
          <a:xfrm rot="16200000">
            <a:off x="4260862" y="3349334"/>
            <a:ext cx="192950" cy="925961"/>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29" name="Arrow: Up 28">
            <a:extLst>
              <a:ext uri="{FF2B5EF4-FFF2-40B4-BE49-F238E27FC236}">
                <a16:creationId xmlns:a16="http://schemas.microsoft.com/office/drawing/2014/main" id="{7A03F9F6-EA61-33BF-5D35-673A1E54B652}"/>
              </a:ext>
            </a:extLst>
          </p:cNvPr>
          <p:cNvSpPr/>
          <p:nvPr/>
        </p:nvSpPr>
        <p:spPr>
          <a:xfrm rot="10800000">
            <a:off x="5346356" y="1801127"/>
            <a:ext cx="217563" cy="48076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31" name="Arrow: Up 30">
            <a:extLst>
              <a:ext uri="{FF2B5EF4-FFF2-40B4-BE49-F238E27FC236}">
                <a16:creationId xmlns:a16="http://schemas.microsoft.com/office/drawing/2014/main" id="{5B43B519-BC1E-9BE6-6EC2-EB87DE6882CE}"/>
              </a:ext>
            </a:extLst>
          </p:cNvPr>
          <p:cNvSpPr/>
          <p:nvPr/>
        </p:nvSpPr>
        <p:spPr>
          <a:xfrm rot="10800000">
            <a:off x="5343351" y="4191880"/>
            <a:ext cx="280975" cy="615427"/>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32" name="Arrow: Up 31">
            <a:extLst>
              <a:ext uri="{FF2B5EF4-FFF2-40B4-BE49-F238E27FC236}">
                <a16:creationId xmlns:a16="http://schemas.microsoft.com/office/drawing/2014/main" id="{E61B5396-C0BE-4D80-B6C0-3E3E56628923}"/>
              </a:ext>
            </a:extLst>
          </p:cNvPr>
          <p:cNvSpPr/>
          <p:nvPr/>
        </p:nvSpPr>
        <p:spPr>
          <a:xfrm rot="10800000">
            <a:off x="5343351" y="2929001"/>
            <a:ext cx="211295" cy="494956"/>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33" name="TextBox 32">
            <a:extLst>
              <a:ext uri="{FF2B5EF4-FFF2-40B4-BE49-F238E27FC236}">
                <a16:creationId xmlns:a16="http://schemas.microsoft.com/office/drawing/2014/main" id="{41848521-2331-0F76-5C51-F4821B775215}"/>
              </a:ext>
            </a:extLst>
          </p:cNvPr>
          <p:cNvSpPr txBox="1"/>
          <p:nvPr/>
        </p:nvSpPr>
        <p:spPr>
          <a:xfrm>
            <a:off x="111853" y="176169"/>
            <a:ext cx="4002947" cy="400110"/>
          </a:xfrm>
          <a:prstGeom prst="rect">
            <a:avLst/>
          </a:prstGeom>
          <a:noFill/>
        </p:spPr>
        <p:txBody>
          <a:bodyPr wrap="square" rtlCol="0">
            <a:spAutoFit/>
          </a:bodyPr>
          <a:lstStyle/>
          <a:p>
            <a:r>
              <a:rPr lang="en-US" sz="2000" b="1" u="sng" dirty="0"/>
              <a:t>DATA FLOWCHART(CONT….)</a:t>
            </a:r>
            <a:endParaRPr lang="en-IN" sz="2000" b="1" u="sng" dirty="0"/>
          </a:p>
        </p:txBody>
      </p:sp>
      <p:sp>
        <p:nvSpPr>
          <p:cNvPr id="5" name="Oval 4">
            <a:extLst>
              <a:ext uri="{FF2B5EF4-FFF2-40B4-BE49-F238E27FC236}">
                <a16:creationId xmlns:a16="http://schemas.microsoft.com/office/drawing/2014/main" id="{AB9BCE98-92B9-8373-AF3C-DD10680BDC59}"/>
              </a:ext>
            </a:extLst>
          </p:cNvPr>
          <p:cNvSpPr/>
          <p:nvPr/>
        </p:nvSpPr>
        <p:spPr>
          <a:xfrm>
            <a:off x="4876800" y="1026696"/>
            <a:ext cx="1156677" cy="7602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V</a:t>
            </a:r>
          </a:p>
        </p:txBody>
      </p:sp>
      <p:sp>
        <p:nvSpPr>
          <p:cNvPr id="22" name="Rectangle 21">
            <a:extLst>
              <a:ext uri="{FF2B5EF4-FFF2-40B4-BE49-F238E27FC236}">
                <a16:creationId xmlns:a16="http://schemas.microsoft.com/office/drawing/2014/main" id="{3382F0E2-DAFA-C7FF-8335-463F587E614E}"/>
              </a:ext>
            </a:extLst>
          </p:cNvPr>
          <p:cNvSpPr/>
          <p:nvPr/>
        </p:nvSpPr>
        <p:spPr>
          <a:xfrm>
            <a:off x="2635382" y="3431644"/>
            <a:ext cx="1237610" cy="7602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VIEW POLL</a:t>
            </a:r>
            <a:endParaRPr lang="en-IN" sz="1600" dirty="0"/>
          </a:p>
        </p:txBody>
      </p:sp>
      <p:sp>
        <p:nvSpPr>
          <p:cNvPr id="38" name="Rectangle 37">
            <a:extLst>
              <a:ext uri="{FF2B5EF4-FFF2-40B4-BE49-F238E27FC236}">
                <a16:creationId xmlns:a16="http://schemas.microsoft.com/office/drawing/2014/main" id="{A9C78D3C-21DB-1E07-FF18-0C4DD09C4667}"/>
              </a:ext>
            </a:extLst>
          </p:cNvPr>
          <p:cNvSpPr/>
          <p:nvPr/>
        </p:nvSpPr>
        <p:spPr>
          <a:xfrm>
            <a:off x="4832878" y="3413354"/>
            <a:ext cx="1333225" cy="7602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SUBMIT</a:t>
            </a:r>
            <a:endParaRPr lang="en-IN" sz="1600" dirty="0"/>
          </a:p>
        </p:txBody>
      </p:sp>
      <p:sp>
        <p:nvSpPr>
          <p:cNvPr id="57" name="Oval 56">
            <a:extLst>
              <a:ext uri="{FF2B5EF4-FFF2-40B4-BE49-F238E27FC236}">
                <a16:creationId xmlns:a16="http://schemas.microsoft.com/office/drawing/2014/main" id="{CE0F0B86-25B8-54C3-ACA5-D54193EC7BDA}"/>
              </a:ext>
            </a:extLst>
          </p:cNvPr>
          <p:cNvSpPr/>
          <p:nvPr/>
        </p:nvSpPr>
        <p:spPr>
          <a:xfrm>
            <a:off x="4792833" y="4807308"/>
            <a:ext cx="1542172" cy="90215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LOGOUT</a:t>
            </a:r>
          </a:p>
        </p:txBody>
      </p:sp>
      <p:cxnSp>
        <p:nvCxnSpPr>
          <p:cNvPr id="82" name="Straight Arrow Connector 81">
            <a:extLst>
              <a:ext uri="{FF2B5EF4-FFF2-40B4-BE49-F238E27FC236}">
                <a16:creationId xmlns:a16="http://schemas.microsoft.com/office/drawing/2014/main" id="{122A1551-B3C6-C5DC-0F69-15D32671D1A1}"/>
              </a:ext>
            </a:extLst>
          </p:cNvPr>
          <p:cNvCxnSpPr>
            <a:cxnSpLocks/>
            <a:stCxn id="5" idx="6"/>
          </p:cNvCxnSpPr>
          <p:nvPr/>
        </p:nvCxnSpPr>
        <p:spPr>
          <a:xfrm>
            <a:off x="6033477" y="1406815"/>
            <a:ext cx="189899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37" name="Straight Connector 136">
            <a:extLst>
              <a:ext uri="{FF2B5EF4-FFF2-40B4-BE49-F238E27FC236}">
                <a16:creationId xmlns:a16="http://schemas.microsoft.com/office/drawing/2014/main" id="{145DDCFE-9315-C933-3877-35EC03FB9B60}"/>
              </a:ext>
            </a:extLst>
          </p:cNvPr>
          <p:cNvCxnSpPr>
            <a:cxnSpLocks/>
          </p:cNvCxnSpPr>
          <p:nvPr/>
        </p:nvCxnSpPr>
        <p:spPr>
          <a:xfrm flipV="1">
            <a:off x="7885588" y="1406814"/>
            <a:ext cx="46880" cy="3777629"/>
          </a:xfrm>
          <a:prstGeom prst="line">
            <a:avLst/>
          </a:prstGeom>
          <a:effectLst>
            <a:innerShdw blurRad="63500" dist="50800" dir="16200000">
              <a:prstClr val="black">
                <a:alpha val="50000"/>
              </a:prstClr>
            </a:innerShdw>
          </a:effectLst>
        </p:spPr>
        <p:style>
          <a:lnRef idx="3">
            <a:schemeClr val="dk1"/>
          </a:lnRef>
          <a:fillRef idx="0">
            <a:schemeClr val="dk1"/>
          </a:fillRef>
          <a:effectRef idx="2">
            <a:schemeClr val="dk1"/>
          </a:effectRef>
          <a:fontRef idx="minor">
            <a:schemeClr val="tx1"/>
          </a:fontRef>
        </p:style>
      </p:cxnSp>
      <p:cxnSp>
        <p:nvCxnSpPr>
          <p:cNvPr id="143" name="Straight Arrow Connector 142">
            <a:extLst>
              <a:ext uri="{FF2B5EF4-FFF2-40B4-BE49-F238E27FC236}">
                <a16:creationId xmlns:a16="http://schemas.microsoft.com/office/drawing/2014/main" id="{9B734DD2-729E-017A-7EFA-C55F1AC2A26C}"/>
              </a:ext>
            </a:extLst>
          </p:cNvPr>
          <p:cNvCxnSpPr>
            <a:cxnSpLocks/>
          </p:cNvCxnSpPr>
          <p:nvPr/>
        </p:nvCxnSpPr>
        <p:spPr>
          <a:xfrm flipH="1">
            <a:off x="6332338" y="5184443"/>
            <a:ext cx="1553250" cy="29587"/>
          </a:xfrm>
          <a:prstGeom prst="straightConnector1">
            <a:avLst/>
          </a:prstGeom>
          <a:ln>
            <a:tailEnd type="triangle"/>
          </a:ln>
          <a:effectLst>
            <a:innerShdw blurRad="63500" dist="50800" dir="16200000">
              <a:prstClr val="black">
                <a:alpha val="50000"/>
              </a:prstClr>
            </a:innerShdw>
          </a:effectLst>
        </p:spPr>
        <p:style>
          <a:lnRef idx="3">
            <a:schemeClr val="dk1"/>
          </a:lnRef>
          <a:fillRef idx="0">
            <a:schemeClr val="dk1"/>
          </a:fillRef>
          <a:effectRef idx="2">
            <a:schemeClr val="dk1"/>
          </a:effectRef>
          <a:fontRef idx="minor">
            <a:schemeClr val="tx1"/>
          </a:fontRef>
        </p:style>
      </p:cxnSp>
      <p:cxnSp>
        <p:nvCxnSpPr>
          <p:cNvPr id="12" name="Connector: Curved 11">
            <a:extLst>
              <a:ext uri="{FF2B5EF4-FFF2-40B4-BE49-F238E27FC236}">
                <a16:creationId xmlns:a16="http://schemas.microsoft.com/office/drawing/2014/main" id="{85F37317-7E67-F15A-63B5-340170795A94}"/>
              </a:ext>
            </a:extLst>
          </p:cNvPr>
          <p:cNvCxnSpPr>
            <a:cxnSpLocks/>
            <a:stCxn id="22" idx="2"/>
            <a:endCxn id="57" idx="2"/>
          </p:cNvCxnSpPr>
          <p:nvPr/>
        </p:nvCxnSpPr>
        <p:spPr>
          <a:xfrm rot="16200000" flipH="1">
            <a:off x="3490258" y="3955811"/>
            <a:ext cx="1066504" cy="1538646"/>
          </a:xfrm>
          <a:prstGeom prst="curvedConnector2">
            <a:avLst/>
          </a:prstGeom>
          <a:ln>
            <a:tailEnd type="triangle"/>
          </a:ln>
          <a:effectLst>
            <a:innerShdw blurRad="63500" dist="50800" dir="16200000">
              <a:prstClr val="black">
                <a:alpha val="50000"/>
              </a:prstClr>
            </a:innerShdw>
          </a:effectLst>
        </p:spPr>
        <p:style>
          <a:lnRef idx="3">
            <a:schemeClr val="dk1"/>
          </a:lnRef>
          <a:fillRef idx="0">
            <a:schemeClr val="dk1"/>
          </a:fillRef>
          <a:effectRef idx="2">
            <a:schemeClr val="dk1"/>
          </a:effectRef>
          <a:fontRef idx="minor">
            <a:schemeClr val="tx1"/>
          </a:fontRef>
        </p:style>
      </p:cxnSp>
      <p:sp>
        <p:nvSpPr>
          <p:cNvPr id="19" name="Flowchart: Extract 18">
            <a:extLst>
              <a:ext uri="{FF2B5EF4-FFF2-40B4-BE49-F238E27FC236}">
                <a16:creationId xmlns:a16="http://schemas.microsoft.com/office/drawing/2014/main" id="{A22D64C7-C3D0-89D2-602F-0319E7B46241}"/>
              </a:ext>
            </a:extLst>
          </p:cNvPr>
          <p:cNvSpPr/>
          <p:nvPr/>
        </p:nvSpPr>
        <p:spPr>
          <a:xfrm rot="10800000">
            <a:off x="7815104" y="2997755"/>
            <a:ext cx="211295" cy="245509"/>
          </a:xfrm>
          <a:prstGeom prst="flowChartExtra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Flowchart: Extract 19">
            <a:extLst>
              <a:ext uri="{FF2B5EF4-FFF2-40B4-BE49-F238E27FC236}">
                <a16:creationId xmlns:a16="http://schemas.microsoft.com/office/drawing/2014/main" id="{1DBA69C1-34C9-356B-8E6C-31977CDCFAA5}"/>
              </a:ext>
            </a:extLst>
          </p:cNvPr>
          <p:cNvSpPr/>
          <p:nvPr/>
        </p:nvSpPr>
        <p:spPr>
          <a:xfrm rot="16200000">
            <a:off x="6339453" y="5084596"/>
            <a:ext cx="197527" cy="229279"/>
          </a:xfrm>
          <a:prstGeom prst="flowChartExtra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Flowchart: Extract 20">
            <a:extLst>
              <a:ext uri="{FF2B5EF4-FFF2-40B4-BE49-F238E27FC236}">
                <a16:creationId xmlns:a16="http://schemas.microsoft.com/office/drawing/2014/main" id="{B2FDFAD1-107F-385B-7791-F38E6FED9AAC}"/>
              </a:ext>
            </a:extLst>
          </p:cNvPr>
          <p:cNvSpPr/>
          <p:nvPr/>
        </p:nvSpPr>
        <p:spPr>
          <a:xfrm rot="6070691">
            <a:off x="4635713" y="5155079"/>
            <a:ext cx="160518" cy="206612"/>
          </a:xfrm>
          <a:prstGeom prst="flowChartExtra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2" name="Rectangle 51">
            <a:extLst>
              <a:ext uri="{FF2B5EF4-FFF2-40B4-BE49-F238E27FC236}">
                <a16:creationId xmlns:a16="http://schemas.microsoft.com/office/drawing/2014/main" id="{B253E69F-0561-557B-83B7-2B3C8EC84F37}"/>
              </a:ext>
            </a:extLst>
          </p:cNvPr>
          <p:cNvSpPr/>
          <p:nvPr/>
        </p:nvSpPr>
        <p:spPr>
          <a:xfrm>
            <a:off x="2595337" y="5050162"/>
            <a:ext cx="1237610" cy="6139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B</a:t>
            </a:r>
            <a:endParaRPr lang="en-IN" sz="1600" dirty="0"/>
          </a:p>
        </p:txBody>
      </p:sp>
      <p:sp>
        <p:nvSpPr>
          <p:cNvPr id="58" name="Arrow: Up 57">
            <a:extLst>
              <a:ext uri="{FF2B5EF4-FFF2-40B4-BE49-F238E27FC236}">
                <a16:creationId xmlns:a16="http://schemas.microsoft.com/office/drawing/2014/main" id="{943FB90B-2527-CECF-A46F-6ACD3397E22E}"/>
              </a:ext>
            </a:extLst>
          </p:cNvPr>
          <p:cNvSpPr/>
          <p:nvPr/>
        </p:nvSpPr>
        <p:spPr>
          <a:xfrm rot="5400000">
            <a:off x="4234147" y="4857185"/>
            <a:ext cx="197529" cy="999931"/>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384763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DC6AA-E0DB-6E7A-3374-21A4DD9E3523}"/>
              </a:ext>
            </a:extLst>
          </p:cNvPr>
          <p:cNvSpPr>
            <a:spLocks noGrp="1"/>
          </p:cNvSpPr>
          <p:nvPr>
            <p:ph type="ctrTitle"/>
          </p:nvPr>
        </p:nvSpPr>
        <p:spPr>
          <a:xfrm>
            <a:off x="1" y="578840"/>
            <a:ext cx="10411496" cy="4773336"/>
          </a:xfrm>
        </p:spPr>
        <p:txBody>
          <a:bodyPr/>
          <a:lstStyle/>
          <a:p>
            <a:endParaRPr lang="en-IN" dirty="0"/>
          </a:p>
        </p:txBody>
      </p:sp>
      <p:sp>
        <p:nvSpPr>
          <p:cNvPr id="3" name="Subtitle 2">
            <a:extLst>
              <a:ext uri="{FF2B5EF4-FFF2-40B4-BE49-F238E27FC236}">
                <a16:creationId xmlns:a16="http://schemas.microsoft.com/office/drawing/2014/main" id="{159BFB56-5DD7-5485-0E7D-E1400631CEA8}"/>
              </a:ext>
            </a:extLst>
          </p:cNvPr>
          <p:cNvSpPr>
            <a:spLocks noGrp="1"/>
          </p:cNvSpPr>
          <p:nvPr>
            <p:ph type="subTitle" idx="1"/>
          </p:nvPr>
        </p:nvSpPr>
        <p:spPr>
          <a:xfrm>
            <a:off x="-1" y="6108372"/>
            <a:ext cx="2751589" cy="644766"/>
          </a:xfrm>
        </p:spPr>
        <p:txBody>
          <a:bodyPr>
            <a:normAutofit/>
          </a:bodyPr>
          <a:lstStyle/>
          <a:p>
            <a:pPr algn="l"/>
            <a:r>
              <a:rPr lang="en-US" sz="3200" b="1" dirty="0">
                <a:solidFill>
                  <a:schemeClr val="tx1">
                    <a:lumMod val="95000"/>
                    <a:lumOff val="5000"/>
                  </a:schemeClr>
                </a:solidFill>
              </a:rPr>
              <a:t>HOME PAGE</a:t>
            </a:r>
            <a:endParaRPr lang="en-IN" sz="3200" b="1" dirty="0">
              <a:solidFill>
                <a:schemeClr val="tx1">
                  <a:lumMod val="95000"/>
                  <a:lumOff val="5000"/>
                </a:schemeClr>
              </a:solidFill>
            </a:endParaRPr>
          </a:p>
        </p:txBody>
      </p:sp>
      <p:pic>
        <p:nvPicPr>
          <p:cNvPr id="5" name="Picture 4">
            <a:extLst>
              <a:ext uri="{FF2B5EF4-FFF2-40B4-BE49-F238E27FC236}">
                <a16:creationId xmlns:a16="http://schemas.microsoft.com/office/drawing/2014/main" id="{0084EC1E-EC89-AD15-4648-387EDBD420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15" y="-58724"/>
            <a:ext cx="12223630" cy="6090407"/>
          </a:xfrm>
          <a:prstGeom prst="rect">
            <a:avLst/>
          </a:prstGeom>
        </p:spPr>
      </p:pic>
    </p:spTree>
    <p:extLst>
      <p:ext uri="{BB962C8B-B14F-4D97-AF65-F5344CB8AC3E}">
        <p14:creationId xmlns:p14="http://schemas.microsoft.com/office/powerpoint/2010/main" val="3713004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7EA38-2C93-BAE3-339B-D3539D4EF5D3}"/>
              </a:ext>
            </a:extLst>
          </p:cNvPr>
          <p:cNvSpPr>
            <a:spLocks noGrp="1"/>
          </p:cNvSpPr>
          <p:nvPr>
            <p:ph type="title"/>
          </p:nvPr>
        </p:nvSpPr>
        <p:spPr>
          <a:xfrm>
            <a:off x="0" y="6031683"/>
            <a:ext cx="2919369" cy="826315"/>
          </a:xfrm>
        </p:spPr>
        <p:txBody>
          <a:bodyPr>
            <a:normAutofit/>
          </a:bodyPr>
          <a:lstStyle/>
          <a:p>
            <a:r>
              <a:rPr lang="en-US" sz="3200" b="1" dirty="0"/>
              <a:t>ABOUT PAGE</a:t>
            </a:r>
            <a:endParaRPr lang="en-IN" sz="3200" b="1" dirty="0"/>
          </a:p>
        </p:txBody>
      </p:sp>
      <p:pic>
        <p:nvPicPr>
          <p:cNvPr id="4" name="Picture 3">
            <a:extLst>
              <a:ext uri="{FF2B5EF4-FFF2-40B4-BE49-F238E27FC236}">
                <a16:creationId xmlns:a16="http://schemas.microsoft.com/office/drawing/2014/main" id="{E2044DA4-C3DD-E31A-2473-33C9BA1509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225540"/>
          </a:xfrm>
          <a:prstGeom prst="rect">
            <a:avLst/>
          </a:prstGeom>
        </p:spPr>
      </p:pic>
    </p:spTree>
    <p:extLst>
      <p:ext uri="{BB962C8B-B14F-4D97-AF65-F5344CB8AC3E}">
        <p14:creationId xmlns:p14="http://schemas.microsoft.com/office/powerpoint/2010/main" val="14579280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F8D0B-37C9-569B-D830-C353B2B85258}"/>
              </a:ext>
            </a:extLst>
          </p:cNvPr>
          <p:cNvSpPr>
            <a:spLocks noGrp="1"/>
          </p:cNvSpPr>
          <p:nvPr>
            <p:ph type="title"/>
          </p:nvPr>
        </p:nvSpPr>
        <p:spPr>
          <a:xfrm>
            <a:off x="1" y="5830349"/>
            <a:ext cx="3204593" cy="1027651"/>
          </a:xfrm>
        </p:spPr>
        <p:txBody>
          <a:bodyPr>
            <a:normAutofit/>
          </a:bodyPr>
          <a:lstStyle/>
          <a:p>
            <a:pPr algn="l"/>
            <a:r>
              <a:rPr lang="en-US" sz="3200" b="1" dirty="0"/>
              <a:t>VOTING PAGE</a:t>
            </a:r>
            <a:endParaRPr lang="en-IN" sz="3200" b="1" dirty="0"/>
          </a:p>
        </p:txBody>
      </p:sp>
      <p:pic>
        <p:nvPicPr>
          <p:cNvPr id="4" name="Picture 3">
            <a:extLst>
              <a:ext uri="{FF2B5EF4-FFF2-40B4-BE49-F238E27FC236}">
                <a16:creationId xmlns:a16="http://schemas.microsoft.com/office/drawing/2014/main" id="{64A330D6-B989-C03C-E30B-C7068CBC9E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0" cy="6118860"/>
          </a:xfrm>
          <a:prstGeom prst="rect">
            <a:avLst/>
          </a:prstGeom>
        </p:spPr>
      </p:pic>
    </p:spTree>
    <p:extLst>
      <p:ext uri="{BB962C8B-B14F-4D97-AF65-F5344CB8AC3E}">
        <p14:creationId xmlns:p14="http://schemas.microsoft.com/office/powerpoint/2010/main" val="4222180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FAC18-1934-00E2-2268-C60F1B1BC42F}"/>
              </a:ext>
            </a:extLst>
          </p:cNvPr>
          <p:cNvSpPr>
            <a:spLocks noGrp="1"/>
          </p:cNvSpPr>
          <p:nvPr>
            <p:ph type="title"/>
          </p:nvPr>
        </p:nvSpPr>
        <p:spPr>
          <a:xfrm>
            <a:off x="0" y="6103410"/>
            <a:ext cx="2979420" cy="666505"/>
          </a:xfrm>
        </p:spPr>
        <p:txBody>
          <a:bodyPr>
            <a:noAutofit/>
          </a:bodyPr>
          <a:lstStyle/>
          <a:p>
            <a:pPr algn="l"/>
            <a:r>
              <a:rPr lang="en-US" sz="3200" b="1" dirty="0" err="1"/>
              <a:t>ADMIn</a:t>
            </a:r>
            <a:r>
              <a:rPr lang="en-US" sz="3200" b="1" dirty="0"/>
              <a:t> LOGIN</a:t>
            </a:r>
            <a:endParaRPr lang="en-IN" sz="3200" b="1" dirty="0"/>
          </a:p>
        </p:txBody>
      </p:sp>
      <p:pic>
        <p:nvPicPr>
          <p:cNvPr id="4" name="Picture 3">
            <a:extLst>
              <a:ext uri="{FF2B5EF4-FFF2-40B4-BE49-F238E27FC236}">
                <a16:creationId xmlns:a16="http://schemas.microsoft.com/office/drawing/2014/main" id="{84D00B61-F5EA-CC19-4C67-0F3632F17D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5914239"/>
          </a:xfrm>
          <a:prstGeom prst="rect">
            <a:avLst/>
          </a:prstGeom>
        </p:spPr>
      </p:pic>
    </p:spTree>
    <p:extLst>
      <p:ext uri="{BB962C8B-B14F-4D97-AF65-F5344CB8AC3E}">
        <p14:creationId xmlns:p14="http://schemas.microsoft.com/office/powerpoint/2010/main" val="29170242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D4133-05C6-B8E7-6EA7-F71C5C07F776}"/>
              </a:ext>
            </a:extLst>
          </p:cNvPr>
          <p:cNvSpPr>
            <a:spLocks noGrp="1"/>
          </p:cNvSpPr>
          <p:nvPr>
            <p:ph type="title"/>
          </p:nvPr>
        </p:nvSpPr>
        <p:spPr>
          <a:xfrm>
            <a:off x="198851" y="685647"/>
            <a:ext cx="9291215" cy="1049235"/>
          </a:xfrm>
        </p:spPr>
        <p:txBody>
          <a:bodyPr/>
          <a:lstStyle/>
          <a:p>
            <a:pPr algn="l"/>
            <a:r>
              <a:rPr lang="en-IN" b="1" u="sng" dirty="0"/>
              <a:t>CONCLUSION</a:t>
            </a:r>
          </a:p>
        </p:txBody>
      </p:sp>
      <p:sp>
        <p:nvSpPr>
          <p:cNvPr id="3" name="Content Placeholder 2">
            <a:extLst>
              <a:ext uri="{FF2B5EF4-FFF2-40B4-BE49-F238E27FC236}">
                <a16:creationId xmlns:a16="http://schemas.microsoft.com/office/drawing/2014/main" id="{4AD0D9E7-58CB-FFF4-2488-3FD409A3A680}"/>
              </a:ext>
            </a:extLst>
          </p:cNvPr>
          <p:cNvSpPr>
            <a:spLocks noGrp="1"/>
          </p:cNvSpPr>
          <p:nvPr>
            <p:ph idx="1"/>
          </p:nvPr>
        </p:nvSpPr>
        <p:spPr>
          <a:xfrm>
            <a:off x="518891" y="2160009"/>
            <a:ext cx="11596909" cy="3913619"/>
          </a:xfrm>
        </p:spPr>
        <p:txBody>
          <a:bodyPr>
            <a:normAutofit lnSpcReduction="10000"/>
          </a:bodyPr>
          <a:lstStyle/>
          <a:p>
            <a:pPr marL="0" indent="0" algn="just">
              <a:buNone/>
            </a:pPr>
            <a:r>
              <a:rPr lang="en-US" dirty="0"/>
              <a:t>This online voting system will manage the voter’s information by which voters can login and use his voting rights. The system will incorporate all features of Voting system. It provides the tools for maintaining voters vote to every party and it count total no. of votes of every party. By online voting system percentage of voting is increases. it decreases the cost and time of voting process.</a:t>
            </a:r>
          </a:p>
          <a:p>
            <a:pPr marL="0" indent="0" algn="just">
              <a:buNone/>
            </a:pPr>
            <a:endParaRPr lang="en-US" dirty="0"/>
          </a:p>
          <a:p>
            <a:pPr marL="0" indent="0" algn="just">
              <a:buNone/>
            </a:pPr>
            <a:r>
              <a:rPr lang="en-US" b="1" dirty="0"/>
              <a:t>Feedback from the mentor:</a:t>
            </a:r>
          </a:p>
          <a:p>
            <a:pPr algn="just">
              <a:buFont typeface="Wingdings" panose="05000000000000000000" pitchFamily="2" charset="2"/>
              <a:buChar char="q"/>
            </a:pPr>
            <a:r>
              <a:rPr lang="en-US" sz="1800" b="1" dirty="0"/>
              <a:t>Voter registration.</a:t>
            </a:r>
          </a:p>
          <a:p>
            <a:pPr algn="just">
              <a:buFont typeface="Wingdings" panose="05000000000000000000" pitchFamily="2" charset="2"/>
              <a:buChar char="q"/>
            </a:pPr>
            <a:r>
              <a:rPr lang="en-US" sz="1800" b="1" dirty="0"/>
              <a:t>Nominee registration.</a:t>
            </a:r>
          </a:p>
          <a:p>
            <a:pPr algn="just">
              <a:buFont typeface="Wingdings" panose="05000000000000000000" pitchFamily="2" charset="2"/>
              <a:buChar char="q"/>
            </a:pPr>
            <a:r>
              <a:rPr lang="en-US" sz="1800" b="1" dirty="0"/>
              <a:t>Add new nominee and Remove nominee in list.</a:t>
            </a:r>
          </a:p>
          <a:p>
            <a:pPr algn="just">
              <a:buFont typeface="Wingdings" panose="05000000000000000000" pitchFamily="2" charset="2"/>
              <a:buChar char="q"/>
            </a:pPr>
            <a:r>
              <a:rPr lang="en-US" sz="1800" b="1" dirty="0"/>
              <a:t>Feedback not updated.</a:t>
            </a:r>
            <a:endParaRPr lang="en-IN" sz="1800" b="1" dirty="0"/>
          </a:p>
        </p:txBody>
      </p:sp>
    </p:spTree>
    <p:extLst>
      <p:ext uri="{BB962C8B-B14F-4D97-AF65-F5344CB8AC3E}">
        <p14:creationId xmlns:p14="http://schemas.microsoft.com/office/powerpoint/2010/main" val="6389387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648B3DA-C171-4F3F-B64F-29F126FCB32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24175" y="2420144"/>
            <a:ext cx="6343650" cy="3571875"/>
          </a:xfrm>
        </p:spPr>
      </p:pic>
    </p:spTree>
    <p:extLst>
      <p:ext uri="{BB962C8B-B14F-4D97-AF65-F5344CB8AC3E}">
        <p14:creationId xmlns:p14="http://schemas.microsoft.com/office/powerpoint/2010/main" val="53919601"/>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C4220D"/>
      </a:accent1>
      <a:accent2>
        <a:srgbClr val="EB7712"/>
      </a:accent2>
      <a:accent3>
        <a:srgbClr val="ECBD31"/>
      </a:accent3>
      <a:accent4>
        <a:srgbClr val="92CE4A"/>
      </a:accent4>
      <a:accent5>
        <a:srgbClr val="50CFB4"/>
      </a:accent5>
      <a:accent6>
        <a:srgbClr val="0D8EC5"/>
      </a:accent6>
      <a:hlink>
        <a:srgbClr val="EA5A0C"/>
      </a:hlink>
      <a:folHlink>
        <a:srgbClr val="F09D3A"/>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FE1EB5C7-81A8-4CBA-AE6E-B3BF73DC3895}"/>
    </a:ext>
  </a:extLst>
</a:theme>
</file>

<file path=docProps/app.xml><?xml version="1.0" encoding="utf-8"?>
<Properties xmlns="http://schemas.openxmlformats.org/officeDocument/2006/extended-properties" xmlns:vt="http://schemas.openxmlformats.org/officeDocument/2006/docPropsVTypes">
  <Template>TM04033937[[fn=Vapor Trail]]</Template>
  <TotalTime>402</TotalTime>
  <Words>325</Words>
  <Application>Microsoft Office PowerPoint</Application>
  <PresentationFormat>Widescreen</PresentationFormat>
  <Paragraphs>65</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Century Gothic</vt:lpstr>
      <vt:lpstr>Wingdings</vt:lpstr>
      <vt:lpstr>Vapor Trail</vt:lpstr>
      <vt:lpstr>PowerPoint Presentation</vt:lpstr>
      <vt:lpstr> ABOUT THE PROJECT</vt:lpstr>
      <vt:lpstr>OBJECTIVE:-</vt:lpstr>
      <vt:lpstr>COMPONENTS</vt:lpstr>
      <vt:lpstr>PowerPoint Presentation</vt:lpstr>
      <vt:lpstr>PowerPoint Presentation</vt:lpstr>
      <vt:lpstr>PowerPoint Presentation</vt:lpstr>
      <vt:lpstr>PowerPoint Presentation</vt:lpstr>
      <vt:lpstr>ABOUT PAGE</vt:lpstr>
      <vt:lpstr>VOTING PAGE</vt:lpstr>
      <vt:lpstr>ADMIn LOGIN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VOTING SYSTEM</dc:title>
  <dc:creator>Sibasankar Swain</dc:creator>
  <cp:lastModifiedBy>Susanta</cp:lastModifiedBy>
  <cp:revision>27</cp:revision>
  <dcterms:created xsi:type="dcterms:W3CDTF">2022-09-22T14:15:57Z</dcterms:created>
  <dcterms:modified xsi:type="dcterms:W3CDTF">2022-11-27T07:59:52Z</dcterms:modified>
</cp:coreProperties>
</file>